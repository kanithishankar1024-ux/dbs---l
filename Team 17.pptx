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>
      <p:cViewPr varScale="1">
        <p:scale>
          <a:sx n="74" d="100"/>
          <a:sy n="74" d="100"/>
        </p:scale>
        <p:origin x="95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17818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7818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7818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7818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851265" y="3835870"/>
            <a:ext cx="3340735" cy="3022600"/>
          </a:xfrm>
          <a:custGeom>
            <a:avLst/>
            <a:gdLst/>
            <a:ahLst/>
            <a:cxnLst/>
            <a:rect l="l" t="t" r="r" b="b"/>
            <a:pathLst>
              <a:path w="3340734" h="3022600">
                <a:moveTo>
                  <a:pt x="3340735" y="0"/>
                </a:moveTo>
                <a:lnTo>
                  <a:pt x="3335732" y="41438"/>
                </a:lnTo>
                <a:lnTo>
                  <a:pt x="3329267" y="89388"/>
                </a:lnTo>
                <a:lnTo>
                  <a:pt x="3322155" y="137124"/>
                </a:lnTo>
                <a:lnTo>
                  <a:pt x="3314402" y="184642"/>
                </a:lnTo>
                <a:lnTo>
                  <a:pt x="3306011" y="231937"/>
                </a:lnTo>
                <a:lnTo>
                  <a:pt x="3296987" y="279005"/>
                </a:lnTo>
                <a:lnTo>
                  <a:pt x="3287336" y="325840"/>
                </a:lnTo>
                <a:lnTo>
                  <a:pt x="3277061" y="372439"/>
                </a:lnTo>
                <a:lnTo>
                  <a:pt x="3266168" y="418796"/>
                </a:lnTo>
                <a:lnTo>
                  <a:pt x="3254661" y="464906"/>
                </a:lnTo>
                <a:lnTo>
                  <a:pt x="3242544" y="510766"/>
                </a:lnTo>
                <a:lnTo>
                  <a:pt x="3229823" y="556369"/>
                </a:lnTo>
                <a:lnTo>
                  <a:pt x="3216502" y="601711"/>
                </a:lnTo>
                <a:lnTo>
                  <a:pt x="3202585" y="646788"/>
                </a:lnTo>
                <a:lnTo>
                  <a:pt x="3188078" y="691595"/>
                </a:lnTo>
                <a:lnTo>
                  <a:pt x="3172984" y="736127"/>
                </a:lnTo>
                <a:lnTo>
                  <a:pt x="3157310" y="780380"/>
                </a:lnTo>
                <a:lnTo>
                  <a:pt x="3141058" y="824348"/>
                </a:lnTo>
                <a:lnTo>
                  <a:pt x="3124235" y="868026"/>
                </a:lnTo>
                <a:lnTo>
                  <a:pt x="3106844" y="911411"/>
                </a:lnTo>
                <a:lnTo>
                  <a:pt x="3088891" y="954497"/>
                </a:lnTo>
                <a:lnTo>
                  <a:pt x="3070379" y="997280"/>
                </a:lnTo>
                <a:lnTo>
                  <a:pt x="3051314" y="1039754"/>
                </a:lnTo>
                <a:lnTo>
                  <a:pt x="3031701" y="1081916"/>
                </a:lnTo>
                <a:lnTo>
                  <a:pt x="3011543" y="1123760"/>
                </a:lnTo>
                <a:lnTo>
                  <a:pt x="2990846" y="1165281"/>
                </a:lnTo>
                <a:lnTo>
                  <a:pt x="2969614" y="1206476"/>
                </a:lnTo>
                <a:lnTo>
                  <a:pt x="2947852" y="1247338"/>
                </a:lnTo>
                <a:lnTo>
                  <a:pt x="2925564" y="1287864"/>
                </a:lnTo>
                <a:lnTo>
                  <a:pt x="2902756" y="1328049"/>
                </a:lnTo>
                <a:lnTo>
                  <a:pt x="2879432" y="1367887"/>
                </a:lnTo>
                <a:lnTo>
                  <a:pt x="2855596" y="1407375"/>
                </a:lnTo>
                <a:lnTo>
                  <a:pt x="2831253" y="1446507"/>
                </a:lnTo>
                <a:lnTo>
                  <a:pt x="2806408" y="1485278"/>
                </a:lnTo>
                <a:lnTo>
                  <a:pt x="2781066" y="1523685"/>
                </a:lnTo>
                <a:lnTo>
                  <a:pt x="2755231" y="1561721"/>
                </a:lnTo>
                <a:lnTo>
                  <a:pt x="2728908" y="1599383"/>
                </a:lnTo>
                <a:lnTo>
                  <a:pt x="2702101" y="1636666"/>
                </a:lnTo>
                <a:lnTo>
                  <a:pt x="2674815" y="1673564"/>
                </a:lnTo>
                <a:lnTo>
                  <a:pt x="2647056" y="1710074"/>
                </a:lnTo>
                <a:lnTo>
                  <a:pt x="2618826" y="1746190"/>
                </a:lnTo>
                <a:lnTo>
                  <a:pt x="2590132" y="1781908"/>
                </a:lnTo>
                <a:lnTo>
                  <a:pt x="2560978" y="1817222"/>
                </a:lnTo>
                <a:lnTo>
                  <a:pt x="2531368" y="1852129"/>
                </a:lnTo>
                <a:lnTo>
                  <a:pt x="2501307" y="1886623"/>
                </a:lnTo>
                <a:lnTo>
                  <a:pt x="2470800" y="1920700"/>
                </a:lnTo>
                <a:lnTo>
                  <a:pt x="2439851" y="1954355"/>
                </a:lnTo>
                <a:lnTo>
                  <a:pt x="2408466" y="1987583"/>
                </a:lnTo>
                <a:lnTo>
                  <a:pt x="2376648" y="2020380"/>
                </a:lnTo>
                <a:lnTo>
                  <a:pt x="2344402" y="2052740"/>
                </a:lnTo>
                <a:lnTo>
                  <a:pt x="2311734" y="2084659"/>
                </a:lnTo>
                <a:lnTo>
                  <a:pt x="2278648" y="2116132"/>
                </a:lnTo>
                <a:lnTo>
                  <a:pt x="2245147" y="2147155"/>
                </a:lnTo>
                <a:lnTo>
                  <a:pt x="2211238" y="2177723"/>
                </a:lnTo>
                <a:lnTo>
                  <a:pt x="2176925" y="2207830"/>
                </a:lnTo>
                <a:lnTo>
                  <a:pt x="2142212" y="2237473"/>
                </a:lnTo>
                <a:lnTo>
                  <a:pt x="2107104" y="2266646"/>
                </a:lnTo>
                <a:lnTo>
                  <a:pt x="2071605" y="2295345"/>
                </a:lnTo>
                <a:lnTo>
                  <a:pt x="2035721" y="2323565"/>
                </a:lnTo>
                <a:lnTo>
                  <a:pt x="1999456" y="2351301"/>
                </a:lnTo>
                <a:lnTo>
                  <a:pt x="1962815" y="2378549"/>
                </a:lnTo>
                <a:lnTo>
                  <a:pt x="1925802" y="2405303"/>
                </a:lnTo>
                <a:lnTo>
                  <a:pt x="1888422" y="2431560"/>
                </a:lnTo>
                <a:lnTo>
                  <a:pt x="1850679" y="2457313"/>
                </a:lnTo>
                <a:lnTo>
                  <a:pt x="1812579" y="2482559"/>
                </a:lnTo>
                <a:lnTo>
                  <a:pt x="1774126" y="2507293"/>
                </a:lnTo>
                <a:lnTo>
                  <a:pt x="1735324" y="2531510"/>
                </a:lnTo>
                <a:lnTo>
                  <a:pt x="1696179" y="2555205"/>
                </a:lnTo>
                <a:lnTo>
                  <a:pt x="1656695" y="2578374"/>
                </a:lnTo>
                <a:lnTo>
                  <a:pt x="1616876" y="2601012"/>
                </a:lnTo>
                <a:lnTo>
                  <a:pt x="1576728" y="2623113"/>
                </a:lnTo>
                <a:lnTo>
                  <a:pt x="1536254" y="2644674"/>
                </a:lnTo>
                <a:lnTo>
                  <a:pt x="1495460" y="2665689"/>
                </a:lnTo>
                <a:lnTo>
                  <a:pt x="1454350" y="2686154"/>
                </a:lnTo>
                <a:lnTo>
                  <a:pt x="1412930" y="2706064"/>
                </a:lnTo>
                <a:lnTo>
                  <a:pt x="1371202" y="2725415"/>
                </a:lnTo>
                <a:lnTo>
                  <a:pt x="1329173" y="2744201"/>
                </a:lnTo>
                <a:lnTo>
                  <a:pt x="1286847" y="2762418"/>
                </a:lnTo>
                <a:lnTo>
                  <a:pt x="1244228" y="2780061"/>
                </a:lnTo>
                <a:lnTo>
                  <a:pt x="1201322" y="2797125"/>
                </a:lnTo>
                <a:lnTo>
                  <a:pt x="1158132" y="2813606"/>
                </a:lnTo>
                <a:lnTo>
                  <a:pt x="1114664" y="2829498"/>
                </a:lnTo>
                <a:lnTo>
                  <a:pt x="1070922" y="2844798"/>
                </a:lnTo>
                <a:lnTo>
                  <a:pt x="1026911" y="2859500"/>
                </a:lnTo>
                <a:lnTo>
                  <a:pt x="982636" y="2873600"/>
                </a:lnTo>
                <a:lnTo>
                  <a:pt x="938100" y="2887092"/>
                </a:lnTo>
                <a:lnTo>
                  <a:pt x="893310" y="2899973"/>
                </a:lnTo>
                <a:lnTo>
                  <a:pt x="848269" y="2912237"/>
                </a:lnTo>
                <a:lnTo>
                  <a:pt x="802982" y="2923879"/>
                </a:lnTo>
                <a:lnTo>
                  <a:pt x="757453" y="2934896"/>
                </a:lnTo>
                <a:lnTo>
                  <a:pt x="711689" y="2945281"/>
                </a:lnTo>
                <a:lnTo>
                  <a:pt x="665692" y="2955031"/>
                </a:lnTo>
                <a:lnTo>
                  <a:pt x="619468" y="2964140"/>
                </a:lnTo>
                <a:lnTo>
                  <a:pt x="573022" y="2972605"/>
                </a:lnTo>
                <a:lnTo>
                  <a:pt x="526357" y="2980419"/>
                </a:lnTo>
                <a:lnTo>
                  <a:pt x="479480" y="2987579"/>
                </a:lnTo>
                <a:lnTo>
                  <a:pt x="432393" y="2994079"/>
                </a:lnTo>
                <a:lnTo>
                  <a:pt x="385103" y="2999916"/>
                </a:lnTo>
                <a:lnTo>
                  <a:pt x="337614" y="3005083"/>
                </a:lnTo>
                <a:lnTo>
                  <a:pt x="289930" y="3009577"/>
                </a:lnTo>
                <a:lnTo>
                  <a:pt x="242056" y="3013393"/>
                </a:lnTo>
                <a:lnTo>
                  <a:pt x="193996" y="3016525"/>
                </a:lnTo>
                <a:lnTo>
                  <a:pt x="145757" y="3018970"/>
                </a:lnTo>
                <a:lnTo>
                  <a:pt x="97341" y="3020722"/>
                </a:lnTo>
                <a:lnTo>
                  <a:pt x="48753" y="3021777"/>
                </a:lnTo>
                <a:lnTo>
                  <a:pt x="0" y="3022129"/>
                </a:lnTo>
                <a:lnTo>
                  <a:pt x="3340735" y="3022129"/>
                </a:lnTo>
                <a:lnTo>
                  <a:pt x="3340735" y="0"/>
                </a:lnTo>
                <a:close/>
              </a:path>
            </a:pathLst>
          </a:custGeom>
          <a:solidFill>
            <a:srgbClr val="17818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5"/>
            <a:ext cx="12182474" cy="68389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851265" y="3835870"/>
            <a:ext cx="3340735" cy="3022600"/>
          </a:xfrm>
          <a:custGeom>
            <a:avLst/>
            <a:gdLst/>
            <a:ahLst/>
            <a:cxnLst/>
            <a:rect l="l" t="t" r="r" b="b"/>
            <a:pathLst>
              <a:path w="3340734" h="3022600">
                <a:moveTo>
                  <a:pt x="3340735" y="0"/>
                </a:moveTo>
                <a:lnTo>
                  <a:pt x="3335732" y="41438"/>
                </a:lnTo>
                <a:lnTo>
                  <a:pt x="3329267" y="89388"/>
                </a:lnTo>
                <a:lnTo>
                  <a:pt x="3322155" y="137124"/>
                </a:lnTo>
                <a:lnTo>
                  <a:pt x="3314402" y="184642"/>
                </a:lnTo>
                <a:lnTo>
                  <a:pt x="3306011" y="231937"/>
                </a:lnTo>
                <a:lnTo>
                  <a:pt x="3296987" y="279005"/>
                </a:lnTo>
                <a:lnTo>
                  <a:pt x="3287336" y="325840"/>
                </a:lnTo>
                <a:lnTo>
                  <a:pt x="3277061" y="372439"/>
                </a:lnTo>
                <a:lnTo>
                  <a:pt x="3266168" y="418796"/>
                </a:lnTo>
                <a:lnTo>
                  <a:pt x="3254661" y="464906"/>
                </a:lnTo>
                <a:lnTo>
                  <a:pt x="3242544" y="510766"/>
                </a:lnTo>
                <a:lnTo>
                  <a:pt x="3229823" y="556369"/>
                </a:lnTo>
                <a:lnTo>
                  <a:pt x="3216502" y="601711"/>
                </a:lnTo>
                <a:lnTo>
                  <a:pt x="3202585" y="646788"/>
                </a:lnTo>
                <a:lnTo>
                  <a:pt x="3188078" y="691595"/>
                </a:lnTo>
                <a:lnTo>
                  <a:pt x="3172984" y="736127"/>
                </a:lnTo>
                <a:lnTo>
                  <a:pt x="3157310" y="780380"/>
                </a:lnTo>
                <a:lnTo>
                  <a:pt x="3141058" y="824348"/>
                </a:lnTo>
                <a:lnTo>
                  <a:pt x="3124235" y="868026"/>
                </a:lnTo>
                <a:lnTo>
                  <a:pt x="3106844" y="911411"/>
                </a:lnTo>
                <a:lnTo>
                  <a:pt x="3088891" y="954497"/>
                </a:lnTo>
                <a:lnTo>
                  <a:pt x="3070379" y="997280"/>
                </a:lnTo>
                <a:lnTo>
                  <a:pt x="3051314" y="1039754"/>
                </a:lnTo>
                <a:lnTo>
                  <a:pt x="3031701" y="1081916"/>
                </a:lnTo>
                <a:lnTo>
                  <a:pt x="3011543" y="1123760"/>
                </a:lnTo>
                <a:lnTo>
                  <a:pt x="2990846" y="1165281"/>
                </a:lnTo>
                <a:lnTo>
                  <a:pt x="2969614" y="1206476"/>
                </a:lnTo>
                <a:lnTo>
                  <a:pt x="2947852" y="1247338"/>
                </a:lnTo>
                <a:lnTo>
                  <a:pt x="2925564" y="1287864"/>
                </a:lnTo>
                <a:lnTo>
                  <a:pt x="2902756" y="1328049"/>
                </a:lnTo>
                <a:lnTo>
                  <a:pt x="2879432" y="1367887"/>
                </a:lnTo>
                <a:lnTo>
                  <a:pt x="2855596" y="1407375"/>
                </a:lnTo>
                <a:lnTo>
                  <a:pt x="2831253" y="1446507"/>
                </a:lnTo>
                <a:lnTo>
                  <a:pt x="2806408" y="1485278"/>
                </a:lnTo>
                <a:lnTo>
                  <a:pt x="2781066" y="1523685"/>
                </a:lnTo>
                <a:lnTo>
                  <a:pt x="2755231" y="1561721"/>
                </a:lnTo>
                <a:lnTo>
                  <a:pt x="2728908" y="1599383"/>
                </a:lnTo>
                <a:lnTo>
                  <a:pt x="2702101" y="1636666"/>
                </a:lnTo>
                <a:lnTo>
                  <a:pt x="2674815" y="1673564"/>
                </a:lnTo>
                <a:lnTo>
                  <a:pt x="2647056" y="1710074"/>
                </a:lnTo>
                <a:lnTo>
                  <a:pt x="2618826" y="1746190"/>
                </a:lnTo>
                <a:lnTo>
                  <a:pt x="2590132" y="1781908"/>
                </a:lnTo>
                <a:lnTo>
                  <a:pt x="2560978" y="1817222"/>
                </a:lnTo>
                <a:lnTo>
                  <a:pt x="2531368" y="1852129"/>
                </a:lnTo>
                <a:lnTo>
                  <a:pt x="2501307" y="1886623"/>
                </a:lnTo>
                <a:lnTo>
                  <a:pt x="2470800" y="1920700"/>
                </a:lnTo>
                <a:lnTo>
                  <a:pt x="2439851" y="1954355"/>
                </a:lnTo>
                <a:lnTo>
                  <a:pt x="2408466" y="1987583"/>
                </a:lnTo>
                <a:lnTo>
                  <a:pt x="2376648" y="2020380"/>
                </a:lnTo>
                <a:lnTo>
                  <a:pt x="2344402" y="2052740"/>
                </a:lnTo>
                <a:lnTo>
                  <a:pt x="2311734" y="2084659"/>
                </a:lnTo>
                <a:lnTo>
                  <a:pt x="2278648" y="2116132"/>
                </a:lnTo>
                <a:lnTo>
                  <a:pt x="2245147" y="2147155"/>
                </a:lnTo>
                <a:lnTo>
                  <a:pt x="2211238" y="2177723"/>
                </a:lnTo>
                <a:lnTo>
                  <a:pt x="2176925" y="2207830"/>
                </a:lnTo>
                <a:lnTo>
                  <a:pt x="2142212" y="2237473"/>
                </a:lnTo>
                <a:lnTo>
                  <a:pt x="2107104" y="2266646"/>
                </a:lnTo>
                <a:lnTo>
                  <a:pt x="2071605" y="2295345"/>
                </a:lnTo>
                <a:lnTo>
                  <a:pt x="2035721" y="2323565"/>
                </a:lnTo>
                <a:lnTo>
                  <a:pt x="1999456" y="2351301"/>
                </a:lnTo>
                <a:lnTo>
                  <a:pt x="1962815" y="2378549"/>
                </a:lnTo>
                <a:lnTo>
                  <a:pt x="1925802" y="2405303"/>
                </a:lnTo>
                <a:lnTo>
                  <a:pt x="1888422" y="2431560"/>
                </a:lnTo>
                <a:lnTo>
                  <a:pt x="1850679" y="2457313"/>
                </a:lnTo>
                <a:lnTo>
                  <a:pt x="1812579" y="2482559"/>
                </a:lnTo>
                <a:lnTo>
                  <a:pt x="1774126" y="2507293"/>
                </a:lnTo>
                <a:lnTo>
                  <a:pt x="1735324" y="2531510"/>
                </a:lnTo>
                <a:lnTo>
                  <a:pt x="1696179" y="2555205"/>
                </a:lnTo>
                <a:lnTo>
                  <a:pt x="1656695" y="2578374"/>
                </a:lnTo>
                <a:lnTo>
                  <a:pt x="1616876" y="2601012"/>
                </a:lnTo>
                <a:lnTo>
                  <a:pt x="1576728" y="2623113"/>
                </a:lnTo>
                <a:lnTo>
                  <a:pt x="1536254" y="2644674"/>
                </a:lnTo>
                <a:lnTo>
                  <a:pt x="1495460" y="2665689"/>
                </a:lnTo>
                <a:lnTo>
                  <a:pt x="1454350" y="2686154"/>
                </a:lnTo>
                <a:lnTo>
                  <a:pt x="1412930" y="2706064"/>
                </a:lnTo>
                <a:lnTo>
                  <a:pt x="1371202" y="2725415"/>
                </a:lnTo>
                <a:lnTo>
                  <a:pt x="1329173" y="2744201"/>
                </a:lnTo>
                <a:lnTo>
                  <a:pt x="1286847" y="2762418"/>
                </a:lnTo>
                <a:lnTo>
                  <a:pt x="1244228" y="2780061"/>
                </a:lnTo>
                <a:lnTo>
                  <a:pt x="1201322" y="2797125"/>
                </a:lnTo>
                <a:lnTo>
                  <a:pt x="1158132" y="2813606"/>
                </a:lnTo>
                <a:lnTo>
                  <a:pt x="1114664" y="2829498"/>
                </a:lnTo>
                <a:lnTo>
                  <a:pt x="1070922" y="2844798"/>
                </a:lnTo>
                <a:lnTo>
                  <a:pt x="1026911" y="2859500"/>
                </a:lnTo>
                <a:lnTo>
                  <a:pt x="982636" y="2873600"/>
                </a:lnTo>
                <a:lnTo>
                  <a:pt x="938100" y="2887092"/>
                </a:lnTo>
                <a:lnTo>
                  <a:pt x="893310" y="2899973"/>
                </a:lnTo>
                <a:lnTo>
                  <a:pt x="848269" y="2912237"/>
                </a:lnTo>
                <a:lnTo>
                  <a:pt x="802982" y="2923879"/>
                </a:lnTo>
                <a:lnTo>
                  <a:pt x="757453" y="2934896"/>
                </a:lnTo>
                <a:lnTo>
                  <a:pt x="711689" y="2945281"/>
                </a:lnTo>
                <a:lnTo>
                  <a:pt x="665692" y="2955031"/>
                </a:lnTo>
                <a:lnTo>
                  <a:pt x="619468" y="2964140"/>
                </a:lnTo>
                <a:lnTo>
                  <a:pt x="573022" y="2972605"/>
                </a:lnTo>
                <a:lnTo>
                  <a:pt x="526357" y="2980419"/>
                </a:lnTo>
                <a:lnTo>
                  <a:pt x="479480" y="2987579"/>
                </a:lnTo>
                <a:lnTo>
                  <a:pt x="432393" y="2994079"/>
                </a:lnTo>
                <a:lnTo>
                  <a:pt x="385103" y="2999916"/>
                </a:lnTo>
                <a:lnTo>
                  <a:pt x="337614" y="3005083"/>
                </a:lnTo>
                <a:lnTo>
                  <a:pt x="289930" y="3009577"/>
                </a:lnTo>
                <a:lnTo>
                  <a:pt x="242056" y="3013393"/>
                </a:lnTo>
                <a:lnTo>
                  <a:pt x="193996" y="3016525"/>
                </a:lnTo>
                <a:lnTo>
                  <a:pt x="145757" y="3018970"/>
                </a:lnTo>
                <a:lnTo>
                  <a:pt x="97341" y="3020722"/>
                </a:lnTo>
                <a:lnTo>
                  <a:pt x="48753" y="3021777"/>
                </a:lnTo>
                <a:lnTo>
                  <a:pt x="0" y="3022129"/>
                </a:lnTo>
                <a:lnTo>
                  <a:pt x="3340735" y="3022129"/>
                </a:lnTo>
                <a:lnTo>
                  <a:pt x="3340735" y="0"/>
                </a:lnTo>
                <a:close/>
              </a:path>
            </a:pathLst>
          </a:custGeom>
          <a:solidFill>
            <a:srgbClr val="17818B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04565" y="82295"/>
            <a:ext cx="4708525" cy="1033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17818B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7400" y="1638443"/>
            <a:ext cx="9432290" cy="2974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7820" y="908303"/>
            <a:ext cx="10245090" cy="18288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824989" marR="5080" indent="-1812925">
              <a:lnSpc>
                <a:spcPts val="6990"/>
              </a:lnSpc>
              <a:spcBef>
                <a:spcPts val="415"/>
              </a:spcBef>
            </a:pPr>
            <a:r>
              <a:rPr sz="6000" b="1" spc="330" dirty="0">
                <a:latin typeface="Cambria"/>
                <a:cs typeface="Cambria"/>
              </a:rPr>
              <a:t>Hospital</a:t>
            </a:r>
            <a:r>
              <a:rPr sz="6000" b="1" spc="785" dirty="0">
                <a:latin typeface="Cambria"/>
                <a:cs typeface="Cambria"/>
              </a:rPr>
              <a:t> </a:t>
            </a:r>
            <a:r>
              <a:rPr sz="6000" b="1" spc="380" dirty="0">
                <a:latin typeface="Cambria"/>
                <a:cs typeface="Cambria"/>
              </a:rPr>
              <a:t>Management </a:t>
            </a:r>
            <a:r>
              <a:rPr sz="6000" b="1" spc="395" dirty="0">
                <a:latin typeface="Cambria"/>
                <a:cs typeface="Cambria"/>
              </a:rPr>
              <a:t>Appointment</a:t>
            </a:r>
            <a:r>
              <a:rPr sz="6000" b="1" spc="750" dirty="0">
                <a:latin typeface="Cambria"/>
                <a:cs typeface="Cambria"/>
              </a:rPr>
              <a:t> </a:t>
            </a:r>
            <a:r>
              <a:rPr sz="6000" b="1" spc="530" dirty="0">
                <a:latin typeface="Cambria"/>
                <a:cs typeface="Cambria"/>
              </a:rPr>
              <a:t>System</a:t>
            </a:r>
            <a:endParaRPr sz="6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4490" y="3421443"/>
            <a:ext cx="9578340" cy="2724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90"/>
              </a:spcBef>
            </a:pPr>
            <a:r>
              <a:rPr sz="2000" spc="50" dirty="0">
                <a:solidFill>
                  <a:srgbClr val="09283E"/>
                </a:solidFill>
                <a:latin typeface="Tahoma"/>
                <a:cs typeface="Tahoma"/>
              </a:rPr>
              <a:t>D</a:t>
            </a:r>
            <a:r>
              <a:rPr sz="2000" spc="-31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60" dirty="0">
                <a:solidFill>
                  <a:srgbClr val="09283E"/>
                </a:solidFill>
                <a:latin typeface="Tahoma"/>
                <a:cs typeface="Tahoma"/>
              </a:rPr>
              <a:t>AT</a:t>
            </a:r>
            <a:r>
              <a:rPr sz="2000" spc="-32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245" dirty="0">
                <a:solidFill>
                  <a:srgbClr val="09283E"/>
                </a:solidFill>
                <a:latin typeface="Tahoma"/>
                <a:cs typeface="Tahoma"/>
              </a:rPr>
              <a:t>AB</a:t>
            </a:r>
            <a:r>
              <a:rPr sz="2000" spc="-34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245" dirty="0">
                <a:solidFill>
                  <a:srgbClr val="09283E"/>
                </a:solidFill>
                <a:latin typeface="Tahoma"/>
                <a:cs typeface="Tahoma"/>
              </a:rPr>
              <a:t>AS</a:t>
            </a:r>
            <a:r>
              <a:rPr sz="2000" spc="-28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E</a:t>
            </a:r>
            <a:r>
              <a:rPr sz="2000" spc="459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215" dirty="0">
                <a:solidFill>
                  <a:srgbClr val="09283E"/>
                </a:solidFill>
                <a:latin typeface="Tahoma"/>
                <a:cs typeface="Tahoma"/>
              </a:rPr>
              <a:t>SY</a:t>
            </a:r>
            <a:r>
              <a:rPr sz="2000" spc="-33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09283E"/>
                </a:solidFill>
                <a:latin typeface="Tahoma"/>
                <a:cs typeface="Tahoma"/>
              </a:rPr>
              <a:t>S</a:t>
            </a:r>
            <a:r>
              <a:rPr sz="2000" spc="-28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09283E"/>
                </a:solidFill>
                <a:latin typeface="Tahoma"/>
                <a:cs typeface="Tahoma"/>
              </a:rPr>
              <a:t>TE</a:t>
            </a:r>
            <a:r>
              <a:rPr sz="2000" spc="-30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09283E"/>
                </a:solidFill>
                <a:latin typeface="Tahoma"/>
                <a:cs typeface="Tahoma"/>
              </a:rPr>
              <a:t>M</a:t>
            </a:r>
            <a:r>
              <a:rPr sz="2000" spc="-34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09283E"/>
                </a:solidFill>
                <a:latin typeface="Tahoma"/>
                <a:cs typeface="Tahoma"/>
              </a:rPr>
              <a:t>S</a:t>
            </a:r>
            <a:r>
              <a:rPr sz="2000" spc="48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E</a:t>
            </a:r>
            <a:r>
              <a:rPr sz="2000" spc="-29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240" dirty="0">
                <a:solidFill>
                  <a:srgbClr val="09283E"/>
                </a:solidFill>
                <a:latin typeface="Tahoma"/>
                <a:cs typeface="Tahoma"/>
              </a:rPr>
              <a:t>NG</a:t>
            </a:r>
            <a:r>
              <a:rPr sz="2000" spc="-34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70" dirty="0">
                <a:solidFill>
                  <a:srgbClr val="09283E"/>
                </a:solidFill>
                <a:latin typeface="Tahoma"/>
                <a:cs typeface="Tahoma"/>
              </a:rPr>
              <a:t>I</a:t>
            </a:r>
            <a:r>
              <a:rPr sz="2000" spc="-28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75" dirty="0">
                <a:solidFill>
                  <a:srgbClr val="09283E"/>
                </a:solidFill>
                <a:latin typeface="Tahoma"/>
                <a:cs typeface="Tahoma"/>
              </a:rPr>
              <a:t>NE</a:t>
            </a:r>
            <a:r>
              <a:rPr sz="2000" spc="-30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60" dirty="0">
                <a:solidFill>
                  <a:srgbClr val="09283E"/>
                </a:solidFill>
                <a:latin typeface="Tahoma"/>
                <a:cs typeface="Tahoma"/>
              </a:rPr>
              <a:t>ER</a:t>
            </a:r>
            <a:r>
              <a:rPr sz="2000" spc="-33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70" dirty="0">
                <a:solidFill>
                  <a:srgbClr val="09283E"/>
                </a:solidFill>
                <a:latin typeface="Tahoma"/>
                <a:cs typeface="Tahoma"/>
              </a:rPr>
              <a:t>I</a:t>
            </a:r>
            <a:r>
              <a:rPr sz="2000" spc="-35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09283E"/>
                </a:solidFill>
                <a:latin typeface="Tahoma"/>
                <a:cs typeface="Tahoma"/>
              </a:rPr>
              <a:t>N</a:t>
            </a:r>
            <a:r>
              <a:rPr sz="2000" spc="-30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70" dirty="0">
                <a:solidFill>
                  <a:srgbClr val="09283E"/>
                </a:solidFill>
                <a:latin typeface="Tahoma"/>
                <a:cs typeface="Tahoma"/>
              </a:rPr>
              <a:t>G</a:t>
            </a:r>
            <a:r>
              <a:rPr sz="2000" spc="-65" dirty="0">
                <a:solidFill>
                  <a:srgbClr val="09283E"/>
                </a:solidFill>
                <a:latin typeface="Tahoma"/>
                <a:cs typeface="Tahoma"/>
              </a:rPr>
              <a:t>  </a:t>
            </a:r>
            <a:r>
              <a:rPr sz="2000" spc="240" dirty="0">
                <a:solidFill>
                  <a:srgbClr val="09283E"/>
                </a:solidFill>
                <a:latin typeface="Tahoma"/>
                <a:cs typeface="Tahoma"/>
              </a:rPr>
              <a:t>AND</a:t>
            </a:r>
            <a:r>
              <a:rPr sz="2000" spc="-50" dirty="0">
                <a:solidFill>
                  <a:srgbClr val="09283E"/>
                </a:solidFill>
                <a:latin typeface="Tahoma"/>
                <a:cs typeface="Tahoma"/>
              </a:rPr>
              <a:t>  </a:t>
            </a:r>
            <a:r>
              <a:rPr sz="2000" spc="50" dirty="0">
                <a:solidFill>
                  <a:srgbClr val="09283E"/>
                </a:solidFill>
                <a:latin typeface="Tahoma"/>
                <a:cs typeface="Tahoma"/>
              </a:rPr>
              <a:t>D</a:t>
            </a:r>
            <a:r>
              <a:rPr sz="2000" spc="-31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70" dirty="0">
                <a:solidFill>
                  <a:srgbClr val="09283E"/>
                </a:solidFill>
                <a:latin typeface="Tahoma"/>
                <a:cs typeface="Tahoma"/>
              </a:rPr>
              <a:t>I</a:t>
            </a:r>
            <a:r>
              <a:rPr sz="2000" spc="-35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09283E"/>
                </a:solidFill>
                <a:latin typeface="Tahoma"/>
                <a:cs typeface="Tahoma"/>
              </a:rPr>
              <a:t>ST</a:t>
            </a:r>
            <a:r>
              <a:rPr sz="2000" spc="-32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R</a:t>
            </a:r>
            <a:r>
              <a:rPr sz="2000" spc="-33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70" dirty="0">
                <a:solidFill>
                  <a:srgbClr val="09283E"/>
                </a:solidFill>
                <a:latin typeface="Tahoma"/>
                <a:cs typeface="Tahoma"/>
              </a:rPr>
              <a:t>I</a:t>
            </a:r>
            <a:r>
              <a:rPr sz="2000" spc="-35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14" dirty="0">
                <a:solidFill>
                  <a:srgbClr val="09283E"/>
                </a:solidFill>
                <a:latin typeface="Tahoma"/>
                <a:cs typeface="Tahoma"/>
              </a:rPr>
              <a:t>B</a:t>
            </a:r>
            <a:r>
              <a:rPr sz="2000" spc="-27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09283E"/>
                </a:solidFill>
                <a:latin typeface="Tahoma"/>
                <a:cs typeface="Tahoma"/>
              </a:rPr>
              <a:t>UT</a:t>
            </a:r>
            <a:r>
              <a:rPr sz="2000" spc="-32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70" dirty="0">
                <a:solidFill>
                  <a:srgbClr val="09283E"/>
                </a:solidFill>
                <a:latin typeface="Tahoma"/>
                <a:cs typeface="Tahoma"/>
              </a:rPr>
              <a:t>ED</a:t>
            </a:r>
            <a:r>
              <a:rPr sz="2000" spc="-55" dirty="0">
                <a:solidFill>
                  <a:srgbClr val="09283E"/>
                </a:solidFill>
                <a:latin typeface="Tahoma"/>
                <a:cs typeface="Tahoma"/>
              </a:rPr>
              <a:t>  </a:t>
            </a:r>
            <a:r>
              <a:rPr sz="2000" spc="114" dirty="0">
                <a:solidFill>
                  <a:srgbClr val="09283E"/>
                </a:solidFill>
                <a:latin typeface="Tahoma"/>
                <a:cs typeface="Tahoma"/>
              </a:rPr>
              <a:t>B</a:t>
            </a:r>
            <a:r>
              <a:rPr sz="2000" spc="-33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310" dirty="0">
                <a:solidFill>
                  <a:srgbClr val="09283E"/>
                </a:solidFill>
                <a:latin typeface="Tahoma"/>
                <a:cs typeface="Tahoma"/>
              </a:rPr>
              <a:t>ACK</a:t>
            </a:r>
            <a:r>
              <a:rPr sz="2000" spc="-28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75" dirty="0">
                <a:solidFill>
                  <a:srgbClr val="09283E"/>
                </a:solidFill>
                <a:latin typeface="Tahoma"/>
                <a:cs typeface="Tahoma"/>
              </a:rPr>
              <a:t>EN</a:t>
            </a:r>
            <a:r>
              <a:rPr sz="2000" spc="-30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D </a:t>
            </a:r>
            <a:r>
              <a:rPr sz="2000" spc="50" dirty="0">
                <a:solidFill>
                  <a:srgbClr val="09283E"/>
                </a:solidFill>
                <a:latin typeface="Tahoma"/>
                <a:cs typeface="Tahoma"/>
              </a:rPr>
              <a:t>D</a:t>
            </a:r>
            <a:r>
              <a:rPr sz="2000" spc="-31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65" dirty="0">
                <a:solidFill>
                  <a:srgbClr val="09283E"/>
                </a:solidFill>
                <a:latin typeface="Tahoma"/>
                <a:cs typeface="Tahoma"/>
              </a:rPr>
              <a:t>EV</a:t>
            </a:r>
            <a:r>
              <a:rPr sz="2000" spc="-28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80" dirty="0">
                <a:solidFill>
                  <a:srgbClr val="09283E"/>
                </a:solidFill>
                <a:latin typeface="Tahoma"/>
                <a:cs typeface="Tahoma"/>
              </a:rPr>
              <a:t>EL</a:t>
            </a:r>
            <a:r>
              <a:rPr sz="2000" spc="-34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55" dirty="0">
                <a:solidFill>
                  <a:srgbClr val="09283E"/>
                </a:solidFill>
                <a:latin typeface="Tahoma"/>
                <a:cs typeface="Tahoma"/>
              </a:rPr>
              <a:t>O</a:t>
            </a:r>
            <a:r>
              <a:rPr sz="2000" spc="-31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09283E"/>
                </a:solidFill>
                <a:latin typeface="Tahoma"/>
                <a:cs typeface="Tahoma"/>
              </a:rPr>
              <a:t>P</a:t>
            </a:r>
            <a:r>
              <a:rPr sz="2000" spc="-34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09283E"/>
                </a:solidFill>
                <a:latin typeface="Tahoma"/>
                <a:cs typeface="Tahoma"/>
              </a:rPr>
              <a:t>M</a:t>
            </a:r>
            <a:r>
              <a:rPr sz="2000" spc="-34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E</a:t>
            </a:r>
            <a:r>
              <a:rPr sz="2000" spc="-29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09283E"/>
                </a:solidFill>
                <a:latin typeface="Tahoma"/>
                <a:cs typeface="Tahoma"/>
              </a:rPr>
              <a:t>NT</a:t>
            </a:r>
            <a:endParaRPr sz="2000">
              <a:latin typeface="Tahoma"/>
              <a:cs typeface="Tahoma"/>
            </a:endParaRPr>
          </a:p>
          <a:p>
            <a:pPr marL="12700" marR="7611745">
              <a:lnSpc>
                <a:spcPct val="162700"/>
              </a:lnSpc>
            </a:pPr>
            <a:r>
              <a:rPr sz="2000" spc="-55" dirty="0">
                <a:solidFill>
                  <a:srgbClr val="09283E"/>
                </a:solidFill>
                <a:latin typeface="Tahoma"/>
                <a:cs typeface="Tahoma"/>
              </a:rPr>
              <a:t>T</a:t>
            </a:r>
            <a:r>
              <a:rPr sz="2000" spc="-33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95" dirty="0">
                <a:solidFill>
                  <a:srgbClr val="09283E"/>
                </a:solidFill>
                <a:latin typeface="Tahoma"/>
                <a:cs typeface="Tahoma"/>
              </a:rPr>
              <a:t>EA</a:t>
            </a:r>
            <a:r>
              <a:rPr sz="2000" spc="-28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20" dirty="0">
                <a:solidFill>
                  <a:srgbClr val="09283E"/>
                </a:solidFill>
                <a:latin typeface="Tahoma"/>
                <a:cs typeface="Tahoma"/>
              </a:rPr>
              <a:t>M</a:t>
            </a:r>
            <a:r>
              <a:rPr sz="2000" spc="3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229" dirty="0">
                <a:solidFill>
                  <a:srgbClr val="09283E"/>
                </a:solidFill>
                <a:latin typeface="Tahoma"/>
                <a:cs typeface="Tahoma"/>
              </a:rPr>
              <a:t>NO</a:t>
            </a:r>
            <a:r>
              <a:rPr sz="2000" spc="-3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:</a:t>
            </a:r>
            <a:r>
              <a:rPr sz="2000" spc="434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55" dirty="0">
                <a:solidFill>
                  <a:srgbClr val="09283E"/>
                </a:solidFill>
                <a:latin typeface="Tahoma"/>
                <a:cs typeface="Tahoma"/>
              </a:rPr>
              <a:t>17 </a:t>
            </a:r>
            <a:r>
              <a:rPr sz="2000" spc="210" dirty="0">
                <a:solidFill>
                  <a:srgbClr val="09283E"/>
                </a:solidFill>
                <a:latin typeface="Tahoma"/>
                <a:cs typeface="Tahoma"/>
              </a:rPr>
              <a:t>SE</a:t>
            </a:r>
            <a:r>
              <a:rPr sz="2000" spc="-30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235" dirty="0">
                <a:solidFill>
                  <a:srgbClr val="09283E"/>
                </a:solidFill>
                <a:latin typeface="Tahoma"/>
                <a:cs typeface="Tahoma"/>
              </a:rPr>
              <a:t>CT</a:t>
            </a:r>
            <a:r>
              <a:rPr sz="2000" spc="-32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70" dirty="0">
                <a:solidFill>
                  <a:srgbClr val="09283E"/>
                </a:solidFill>
                <a:latin typeface="Tahoma"/>
                <a:cs typeface="Tahoma"/>
              </a:rPr>
              <a:t>I</a:t>
            </a:r>
            <a:r>
              <a:rPr sz="2000" spc="-35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55" dirty="0">
                <a:solidFill>
                  <a:srgbClr val="09283E"/>
                </a:solidFill>
                <a:latin typeface="Tahoma"/>
                <a:cs typeface="Tahoma"/>
              </a:rPr>
              <a:t>O</a:t>
            </a:r>
            <a:r>
              <a:rPr sz="2000" spc="-3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09283E"/>
                </a:solidFill>
                <a:latin typeface="Tahoma"/>
                <a:cs typeface="Tahoma"/>
              </a:rPr>
              <a:t>N:</a:t>
            </a:r>
            <a:r>
              <a:rPr sz="2000" spc="-30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09283E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000" spc="90" dirty="0">
                <a:solidFill>
                  <a:srgbClr val="09283E"/>
                </a:solidFill>
                <a:latin typeface="Tahoma"/>
                <a:cs typeface="Tahoma"/>
              </a:rPr>
              <a:t>U</a:t>
            </a:r>
            <a:r>
              <a:rPr sz="2000" spc="-30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.</a:t>
            </a:r>
            <a:r>
              <a:rPr sz="2000" spc="4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204" dirty="0">
                <a:solidFill>
                  <a:srgbClr val="09283E"/>
                </a:solidFill>
                <a:latin typeface="Tahoma"/>
                <a:cs typeface="Tahoma"/>
              </a:rPr>
              <a:t>SR</a:t>
            </a:r>
            <a:r>
              <a:rPr sz="2000" spc="-33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70" dirty="0">
                <a:solidFill>
                  <a:srgbClr val="09283E"/>
                </a:solidFill>
                <a:latin typeface="Tahoma"/>
                <a:cs typeface="Tahoma"/>
              </a:rPr>
              <a:t>I</a:t>
            </a:r>
            <a:r>
              <a:rPr sz="2000" spc="-27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09283E"/>
                </a:solidFill>
                <a:latin typeface="Tahoma"/>
                <a:cs typeface="Tahoma"/>
              </a:rPr>
              <a:t>L</a:t>
            </a:r>
            <a:r>
              <a:rPr sz="2000" spc="-34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275" dirty="0">
                <a:solidFill>
                  <a:srgbClr val="09283E"/>
                </a:solidFill>
                <a:latin typeface="Tahoma"/>
                <a:cs typeface="Tahoma"/>
              </a:rPr>
              <a:t>AXM</a:t>
            </a:r>
            <a:r>
              <a:rPr sz="2000" spc="-34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70" dirty="0">
                <a:solidFill>
                  <a:srgbClr val="09283E"/>
                </a:solidFill>
                <a:latin typeface="Tahoma"/>
                <a:cs typeface="Tahoma"/>
              </a:rPr>
              <a:t>I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  </a:t>
            </a:r>
            <a:r>
              <a:rPr sz="2000" spc="195" dirty="0">
                <a:solidFill>
                  <a:srgbClr val="09283E"/>
                </a:solidFill>
                <a:latin typeface="Tahoma"/>
                <a:cs typeface="Tahoma"/>
              </a:rPr>
              <a:t>—</a:t>
            </a:r>
            <a:r>
              <a:rPr sz="2000" spc="-60" dirty="0">
                <a:solidFill>
                  <a:srgbClr val="09283E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2</a:t>
            </a:r>
            <a:r>
              <a:rPr sz="2000" spc="-3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5</a:t>
            </a:r>
            <a:r>
              <a:rPr sz="2000" spc="-3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2</a:t>
            </a:r>
            <a:r>
              <a:rPr sz="2000" spc="-3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09283E"/>
                </a:solidFill>
                <a:latin typeface="Tahoma"/>
                <a:cs typeface="Tahoma"/>
              </a:rPr>
              <a:t>00</a:t>
            </a:r>
            <a:r>
              <a:rPr sz="2000" spc="-32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3</a:t>
            </a:r>
            <a:r>
              <a:rPr sz="2000" spc="-3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0</a:t>
            </a:r>
            <a:r>
              <a:rPr sz="2000" spc="-3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2</a:t>
            </a:r>
            <a:r>
              <a:rPr sz="2000" spc="-32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7</a:t>
            </a:r>
            <a:r>
              <a:rPr sz="2000" spc="-3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09283E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K</a:t>
            </a:r>
            <a:r>
              <a:rPr sz="2000" spc="-35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.</a:t>
            </a:r>
            <a:r>
              <a:rPr sz="2000" spc="-25" dirty="0">
                <a:solidFill>
                  <a:srgbClr val="09283E"/>
                </a:solidFill>
                <a:latin typeface="Tahoma"/>
                <a:cs typeface="Tahoma"/>
              </a:rPr>
              <a:t>  </a:t>
            </a:r>
            <a:r>
              <a:rPr sz="2000" spc="215" dirty="0">
                <a:solidFill>
                  <a:srgbClr val="09283E"/>
                </a:solidFill>
                <a:latin typeface="Tahoma"/>
                <a:cs typeface="Tahoma"/>
              </a:rPr>
              <a:t>SH</a:t>
            </a:r>
            <a:r>
              <a:rPr sz="2000" spc="-29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240" dirty="0">
                <a:solidFill>
                  <a:srgbClr val="09283E"/>
                </a:solidFill>
                <a:latin typeface="Tahoma"/>
                <a:cs typeface="Tahoma"/>
              </a:rPr>
              <a:t>ANK</a:t>
            </a:r>
            <a:r>
              <a:rPr sz="2000" spc="-34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05" dirty="0">
                <a:solidFill>
                  <a:srgbClr val="09283E"/>
                </a:solidFill>
                <a:latin typeface="Tahoma"/>
                <a:cs typeface="Tahoma"/>
              </a:rPr>
              <a:t>A</a:t>
            </a:r>
            <a:r>
              <a:rPr sz="2000" spc="-27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R</a:t>
            </a:r>
            <a:r>
              <a:rPr sz="2000" spc="-65" dirty="0">
                <a:solidFill>
                  <a:srgbClr val="09283E"/>
                </a:solidFill>
                <a:latin typeface="Tahoma"/>
                <a:cs typeface="Tahoma"/>
              </a:rPr>
              <a:t>  </a:t>
            </a:r>
            <a:r>
              <a:rPr sz="2000" spc="195" dirty="0">
                <a:solidFill>
                  <a:srgbClr val="09283E"/>
                </a:solidFill>
                <a:latin typeface="Tahoma"/>
                <a:cs typeface="Tahoma"/>
              </a:rPr>
              <a:t>—</a:t>
            </a:r>
            <a:r>
              <a:rPr sz="2000" spc="-55" dirty="0">
                <a:solidFill>
                  <a:srgbClr val="09283E"/>
                </a:solidFill>
                <a:latin typeface="Tahoma"/>
                <a:cs typeface="Tahoma"/>
              </a:rPr>
              <a:t> 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2</a:t>
            </a:r>
            <a:r>
              <a:rPr sz="2000" spc="-31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5</a:t>
            </a:r>
            <a:r>
              <a:rPr sz="2000" spc="-31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2</a:t>
            </a:r>
            <a:r>
              <a:rPr sz="2000" spc="-3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140" dirty="0">
                <a:solidFill>
                  <a:srgbClr val="09283E"/>
                </a:solidFill>
                <a:latin typeface="Tahoma"/>
                <a:cs typeface="Tahoma"/>
              </a:rPr>
              <a:t>00</a:t>
            </a:r>
            <a:r>
              <a:rPr sz="2000" spc="-31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3</a:t>
            </a:r>
            <a:r>
              <a:rPr sz="2000" spc="-3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0</a:t>
            </a:r>
            <a:r>
              <a:rPr sz="2000" spc="-31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0</a:t>
            </a:r>
            <a:r>
              <a:rPr sz="2000" spc="-3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6</a:t>
            </a:r>
            <a:r>
              <a:rPr sz="2000" spc="-31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09283E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00100">
              <a:lnSpc>
                <a:spcPct val="100000"/>
              </a:lnSpc>
              <a:spcBef>
                <a:spcPts val="110"/>
              </a:spcBef>
            </a:pPr>
            <a:r>
              <a:rPr spc="434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329372"/>
            <a:ext cx="11292840" cy="3822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8760" marR="250190" indent="-226695">
              <a:lnSpc>
                <a:spcPct val="119000"/>
              </a:lnSpc>
              <a:spcBef>
                <a:spcPts val="90"/>
              </a:spcBef>
              <a:buClr>
                <a:srgbClr val="F48E7B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Our</a:t>
            </a:r>
            <a:r>
              <a:rPr sz="2000" spc="-9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project</a:t>
            </a:r>
            <a:r>
              <a:rPr sz="2000" spc="-7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is</a:t>
            </a:r>
            <a:r>
              <a:rPr sz="2000" spc="-5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a</a:t>
            </a:r>
            <a:r>
              <a:rPr sz="2000" spc="-10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9283E"/>
                </a:solidFill>
                <a:latin typeface="Tahoma"/>
                <a:cs typeface="Tahoma"/>
              </a:rPr>
              <a:t>Hospital</a:t>
            </a:r>
            <a:r>
              <a:rPr sz="2000" spc="-3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9283E"/>
                </a:solidFill>
                <a:latin typeface="Tahoma"/>
                <a:cs typeface="Tahoma"/>
              </a:rPr>
              <a:t>Management</a:t>
            </a:r>
            <a:r>
              <a:rPr sz="2000" spc="-7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Appointment</a:t>
            </a:r>
            <a:r>
              <a:rPr sz="2000" spc="-15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09283E"/>
                </a:solidFill>
                <a:latin typeface="Tahoma"/>
                <a:cs typeface="Tahoma"/>
              </a:rPr>
              <a:t>System.</a:t>
            </a:r>
            <a:r>
              <a:rPr sz="2000" spc="-1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65" dirty="0">
                <a:solidFill>
                  <a:srgbClr val="09283E"/>
                </a:solidFill>
                <a:latin typeface="Tahoma"/>
                <a:cs typeface="Tahoma"/>
              </a:rPr>
              <a:t>It</a:t>
            </a:r>
            <a:r>
              <a:rPr sz="2000" spc="-14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is</a:t>
            </a:r>
            <a:r>
              <a:rPr sz="2000" spc="-14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a</a:t>
            </a:r>
            <a:r>
              <a:rPr sz="2000" spc="-10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database-based</a:t>
            </a:r>
            <a:r>
              <a:rPr sz="2000" spc="-5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web</a:t>
            </a:r>
            <a:r>
              <a:rPr sz="2000" spc="-15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application 	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used</a:t>
            </a:r>
            <a:r>
              <a:rPr sz="2000" spc="-13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09283E"/>
                </a:solidFill>
                <a:latin typeface="Tahoma"/>
                <a:cs typeface="Tahoma"/>
              </a:rPr>
              <a:t>to </a:t>
            </a:r>
            <a:r>
              <a:rPr sz="2000" spc="-20" dirty="0">
                <a:solidFill>
                  <a:srgbClr val="09283E"/>
                </a:solidFill>
                <a:latin typeface="Tahoma"/>
                <a:cs typeface="Tahoma"/>
              </a:rPr>
              <a:t>manage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09283E"/>
                </a:solidFill>
                <a:latin typeface="Tahoma"/>
                <a:cs typeface="Tahoma"/>
              </a:rPr>
              <a:t>patients,</a:t>
            </a:r>
            <a:r>
              <a:rPr sz="20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doctors,</a:t>
            </a:r>
            <a:r>
              <a:rPr sz="20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09283E"/>
                </a:solidFill>
                <a:latin typeface="Tahoma"/>
                <a:cs typeface="Tahoma"/>
              </a:rPr>
              <a:t>departments,</a:t>
            </a:r>
            <a:r>
              <a:rPr sz="2000" spc="-9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and</a:t>
            </a:r>
            <a:r>
              <a:rPr sz="2000" spc="-114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appointments.</a:t>
            </a:r>
            <a:endParaRPr sz="2000">
              <a:latin typeface="Tahoma"/>
              <a:cs typeface="Tahoma"/>
            </a:endParaRPr>
          </a:p>
          <a:p>
            <a:pPr marL="238760" marR="5080" indent="-226695">
              <a:lnSpc>
                <a:spcPct val="120500"/>
              </a:lnSpc>
              <a:spcBef>
                <a:spcPts val="1015"/>
              </a:spcBef>
              <a:buClr>
                <a:srgbClr val="F48E7B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spc="-40" dirty="0">
                <a:solidFill>
                  <a:srgbClr val="09283E"/>
                </a:solidFill>
                <a:latin typeface="Tahoma"/>
                <a:cs typeface="Tahoma"/>
              </a:rPr>
              <a:t>The</a:t>
            </a:r>
            <a:r>
              <a:rPr sz="2000" spc="-11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09283E"/>
                </a:solidFill>
                <a:latin typeface="Tahoma"/>
                <a:cs typeface="Tahoma"/>
              </a:rPr>
              <a:t>main</a:t>
            </a:r>
            <a:r>
              <a:rPr sz="2000" spc="-5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09283E"/>
                </a:solidFill>
                <a:latin typeface="Tahoma"/>
                <a:cs typeface="Tahoma"/>
              </a:rPr>
              <a:t>aim</a:t>
            </a:r>
            <a:r>
              <a:rPr sz="2000" spc="-7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09283E"/>
                </a:solidFill>
                <a:latin typeface="Tahoma"/>
                <a:cs typeface="Tahoma"/>
              </a:rPr>
              <a:t>of </a:t>
            </a:r>
            <a:r>
              <a:rPr sz="2000" spc="-25" dirty="0">
                <a:solidFill>
                  <a:srgbClr val="09283E"/>
                </a:solidFill>
                <a:latin typeface="Tahoma"/>
                <a:cs typeface="Tahoma"/>
              </a:rPr>
              <a:t>our</a:t>
            </a:r>
            <a:r>
              <a:rPr sz="2000" spc="-9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09283E"/>
                </a:solidFill>
                <a:latin typeface="Tahoma"/>
                <a:cs typeface="Tahoma"/>
              </a:rPr>
              <a:t>project</a:t>
            </a:r>
            <a:r>
              <a:rPr sz="2000" spc="-16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is</a:t>
            </a:r>
            <a:r>
              <a:rPr sz="2000" spc="-14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09283E"/>
                </a:solidFill>
                <a:latin typeface="Tahoma"/>
                <a:cs typeface="Tahoma"/>
              </a:rPr>
              <a:t>to</a:t>
            </a:r>
            <a:r>
              <a:rPr sz="2000" spc="-13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reduce</a:t>
            </a:r>
            <a:r>
              <a:rPr sz="2000" spc="-114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manual</a:t>
            </a:r>
            <a:r>
              <a:rPr sz="2000" spc="-1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09283E"/>
                </a:solidFill>
                <a:latin typeface="Tahoma"/>
                <a:cs typeface="Tahoma"/>
              </a:rPr>
              <a:t>work</a:t>
            </a:r>
            <a:r>
              <a:rPr sz="2000" spc="-11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in</a:t>
            </a:r>
            <a:r>
              <a:rPr sz="2000" spc="-12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09283E"/>
                </a:solidFill>
                <a:latin typeface="Tahoma"/>
                <a:cs typeface="Tahoma"/>
              </a:rPr>
              <a:t>hospitals.</a:t>
            </a:r>
            <a:r>
              <a:rPr sz="2000" spc="-13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9283E"/>
                </a:solidFill>
                <a:latin typeface="Tahoma"/>
                <a:cs typeface="Tahoma"/>
              </a:rPr>
              <a:t>Patients</a:t>
            </a:r>
            <a:r>
              <a:rPr sz="2000" spc="-6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can</a:t>
            </a:r>
            <a:r>
              <a:rPr sz="2000" spc="-12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09283E"/>
                </a:solidFill>
                <a:latin typeface="Tahoma"/>
                <a:cs typeface="Tahoma"/>
              </a:rPr>
              <a:t>register,</a:t>
            </a:r>
            <a:r>
              <a:rPr sz="2000" spc="-6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09283E"/>
                </a:solidFill>
                <a:latin typeface="Tahoma"/>
                <a:cs typeface="Tahoma"/>
              </a:rPr>
              <a:t>view</a:t>
            </a:r>
            <a:r>
              <a:rPr sz="20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available 	doctors,</a:t>
            </a:r>
            <a:r>
              <a:rPr sz="2000" spc="-4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check</a:t>
            </a:r>
            <a:r>
              <a:rPr sz="2000" spc="-10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09283E"/>
                </a:solidFill>
                <a:latin typeface="Tahoma"/>
                <a:cs typeface="Tahoma"/>
              </a:rPr>
              <a:t>their</a:t>
            </a:r>
            <a:r>
              <a:rPr sz="2000" spc="-8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schedules,</a:t>
            </a:r>
            <a:r>
              <a:rPr sz="2000" spc="-114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and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9283E"/>
                </a:solidFill>
                <a:latin typeface="Tahoma"/>
                <a:cs typeface="Tahoma"/>
              </a:rPr>
              <a:t>book</a:t>
            </a:r>
            <a:r>
              <a:rPr sz="2000" spc="-10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appointments.</a:t>
            </a:r>
            <a:r>
              <a:rPr sz="2000" spc="-4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9283E"/>
                </a:solidFill>
                <a:latin typeface="Tahoma"/>
                <a:cs typeface="Tahoma"/>
              </a:rPr>
              <a:t>Hospital</a:t>
            </a:r>
            <a:r>
              <a:rPr sz="2000" spc="-3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staff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can</a:t>
            </a:r>
            <a:r>
              <a:rPr sz="2000" spc="-11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9283E"/>
                </a:solidFill>
                <a:latin typeface="Tahoma"/>
                <a:cs typeface="Tahoma"/>
              </a:rPr>
              <a:t>manage</a:t>
            </a:r>
            <a:r>
              <a:rPr sz="2000" spc="-10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09283E"/>
                </a:solidFill>
                <a:latin typeface="Tahoma"/>
                <a:cs typeface="Tahoma"/>
              </a:rPr>
              <a:t>patient,</a:t>
            </a:r>
            <a:r>
              <a:rPr sz="2000" spc="-4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doctor, 	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department,</a:t>
            </a:r>
            <a:r>
              <a:rPr sz="2000" spc="-10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and</a:t>
            </a:r>
            <a:r>
              <a:rPr sz="2000" spc="-14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09283E"/>
                </a:solidFill>
                <a:latin typeface="Tahoma"/>
                <a:cs typeface="Tahoma"/>
              </a:rPr>
              <a:t>appointment</a:t>
            </a:r>
            <a:r>
              <a:rPr sz="2000" spc="-5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details.</a:t>
            </a: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spcBef>
                <a:spcPts val="1430"/>
              </a:spcBef>
              <a:buClr>
                <a:srgbClr val="F48E7B"/>
              </a:buClr>
              <a:buFont typeface="Arial MT"/>
              <a:buChar char="•"/>
              <a:tabLst>
                <a:tab pos="239395" algn="l"/>
              </a:tabLst>
            </a:pPr>
            <a:r>
              <a:rPr sz="2000" spc="-85" dirty="0">
                <a:solidFill>
                  <a:srgbClr val="09283E"/>
                </a:solidFill>
                <a:latin typeface="Tahoma"/>
                <a:cs typeface="Tahoma"/>
              </a:rPr>
              <a:t>We</a:t>
            </a:r>
            <a:r>
              <a:rPr sz="2000" spc="-1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9283E"/>
                </a:solidFill>
                <a:latin typeface="Tahoma"/>
                <a:cs typeface="Tahoma"/>
              </a:rPr>
              <a:t>store</a:t>
            </a:r>
            <a:r>
              <a:rPr sz="2000" spc="-14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all</a:t>
            </a:r>
            <a:r>
              <a:rPr sz="2000" spc="-1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this</a:t>
            </a:r>
            <a:r>
              <a:rPr sz="2000" spc="-1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09283E"/>
                </a:solidFill>
                <a:latin typeface="Tahoma"/>
                <a:cs typeface="Tahoma"/>
              </a:rPr>
              <a:t>information</a:t>
            </a:r>
            <a:r>
              <a:rPr sz="2000" spc="-9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in</a:t>
            </a:r>
            <a:r>
              <a:rPr sz="2000" spc="-13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a</a:t>
            </a:r>
            <a:r>
              <a:rPr sz="2000" spc="-16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database,</a:t>
            </a:r>
            <a:r>
              <a:rPr sz="2000" spc="-9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9283E"/>
                </a:solidFill>
                <a:latin typeface="Tahoma"/>
                <a:cs typeface="Tahoma"/>
              </a:rPr>
              <a:t>which</a:t>
            </a:r>
            <a:r>
              <a:rPr sz="20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helps</a:t>
            </a:r>
            <a:r>
              <a:rPr sz="2000" spc="-10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us</a:t>
            </a:r>
            <a:r>
              <a:rPr sz="2000" spc="-10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easily</a:t>
            </a:r>
            <a:r>
              <a:rPr sz="2000" spc="-15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09283E"/>
                </a:solidFill>
                <a:latin typeface="Tahoma"/>
                <a:cs typeface="Tahoma"/>
              </a:rPr>
              <a:t>save,</a:t>
            </a:r>
            <a:r>
              <a:rPr sz="2000" spc="-9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09283E"/>
                </a:solidFill>
                <a:latin typeface="Tahoma"/>
                <a:cs typeface="Tahoma"/>
              </a:rPr>
              <a:t>update,</a:t>
            </a:r>
            <a:r>
              <a:rPr sz="20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and</a:t>
            </a:r>
            <a:r>
              <a:rPr sz="2000" spc="-1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09283E"/>
                </a:solidFill>
                <a:latin typeface="Tahoma"/>
                <a:cs typeface="Tahoma"/>
              </a:rPr>
              <a:t>retrieve</a:t>
            </a:r>
            <a:r>
              <a:rPr sz="2000" spc="-1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9283E"/>
                </a:solidFill>
                <a:latin typeface="Tahoma"/>
                <a:cs typeface="Tahoma"/>
              </a:rPr>
              <a:t>the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data.</a:t>
            </a:r>
            <a:endParaRPr sz="2000">
              <a:latin typeface="Tahoma"/>
              <a:cs typeface="Tahoma"/>
            </a:endParaRPr>
          </a:p>
          <a:p>
            <a:pPr marL="238760" marR="561340" indent="-226695">
              <a:lnSpc>
                <a:spcPct val="122100"/>
              </a:lnSpc>
              <a:spcBef>
                <a:spcPts val="975"/>
              </a:spcBef>
              <a:buClr>
                <a:srgbClr val="F48E7B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Our</a:t>
            </a:r>
            <a:r>
              <a:rPr sz="2000" spc="-11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09283E"/>
                </a:solidFill>
                <a:latin typeface="Tahoma"/>
                <a:cs typeface="Tahoma"/>
              </a:rPr>
              <a:t>system</a:t>
            </a:r>
            <a:r>
              <a:rPr sz="20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also</a:t>
            </a:r>
            <a:r>
              <a:rPr sz="2000" spc="-14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helps</a:t>
            </a:r>
            <a:r>
              <a:rPr sz="2000" spc="-15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reduce</a:t>
            </a:r>
            <a:r>
              <a:rPr sz="2000" spc="-1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09283E"/>
                </a:solidFill>
                <a:latin typeface="Tahoma"/>
                <a:cs typeface="Tahoma"/>
              </a:rPr>
              <a:t>duplicate</a:t>
            </a:r>
            <a:r>
              <a:rPr sz="2000" spc="-1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records,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9283E"/>
                </a:solidFill>
                <a:latin typeface="Tahoma"/>
                <a:cs typeface="Tahoma"/>
              </a:rPr>
              <a:t>incorrect</a:t>
            </a:r>
            <a:r>
              <a:rPr sz="2000" spc="-9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09283E"/>
                </a:solidFill>
                <a:latin typeface="Tahoma"/>
                <a:cs typeface="Tahoma"/>
              </a:rPr>
              <a:t>appointment</a:t>
            </a:r>
            <a:r>
              <a:rPr sz="20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details,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and</a:t>
            </a:r>
            <a:r>
              <a:rPr sz="2000" spc="-9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appointment 	</a:t>
            </a:r>
            <a:r>
              <a:rPr sz="2000" spc="-20" dirty="0">
                <a:solidFill>
                  <a:srgbClr val="09283E"/>
                </a:solidFill>
                <a:latin typeface="Tahoma"/>
                <a:cs typeface="Tahoma"/>
              </a:rPr>
              <a:t>scheduling</a:t>
            </a:r>
            <a:r>
              <a:rPr sz="2000" spc="-8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conflicts.</a:t>
            </a: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spcBef>
                <a:spcPts val="1430"/>
              </a:spcBef>
              <a:buClr>
                <a:srgbClr val="F48E7B"/>
              </a:buClr>
              <a:buFont typeface="Arial MT"/>
              <a:buChar char="•"/>
              <a:tabLst>
                <a:tab pos="239395" algn="l"/>
              </a:tabLst>
            </a:pPr>
            <a:r>
              <a:rPr sz="2000" spc="-30" dirty="0">
                <a:solidFill>
                  <a:srgbClr val="09283E"/>
                </a:solidFill>
                <a:latin typeface="Tahoma"/>
                <a:cs typeface="Tahoma"/>
              </a:rPr>
              <a:t>Overall,</a:t>
            </a:r>
            <a:r>
              <a:rPr sz="2000" spc="-13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09283E"/>
                </a:solidFill>
                <a:latin typeface="Tahoma"/>
                <a:cs typeface="Tahoma"/>
              </a:rPr>
              <a:t>our</a:t>
            </a:r>
            <a:r>
              <a:rPr sz="2000" spc="-10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project</a:t>
            </a:r>
            <a:r>
              <a:rPr sz="20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makes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hospital</a:t>
            </a:r>
            <a:r>
              <a:rPr sz="2000" spc="-1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09283E"/>
                </a:solidFill>
                <a:latin typeface="Tahoma"/>
                <a:cs typeface="Tahoma"/>
              </a:rPr>
              <a:t>appointment</a:t>
            </a:r>
            <a:r>
              <a:rPr sz="20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management</a:t>
            </a:r>
            <a:r>
              <a:rPr sz="2000" spc="-8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09283E"/>
                </a:solidFill>
                <a:latin typeface="Tahoma"/>
                <a:cs typeface="Tahoma"/>
              </a:rPr>
              <a:t>easier,</a:t>
            </a:r>
            <a:r>
              <a:rPr sz="2000" spc="-13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faster,</a:t>
            </a:r>
            <a:r>
              <a:rPr sz="2000" spc="-6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and</a:t>
            </a:r>
            <a:r>
              <a:rPr sz="2000" spc="-8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more</a:t>
            </a:r>
            <a:r>
              <a:rPr sz="2000" spc="-114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organized.”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8104" y="194881"/>
            <a:ext cx="594042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355" dirty="0"/>
              <a:t>Problem</a:t>
            </a:r>
            <a:r>
              <a:rPr sz="4800" dirty="0"/>
              <a:t> </a:t>
            </a:r>
            <a:r>
              <a:rPr sz="4800" spc="300" dirty="0"/>
              <a:t>Statement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619" y="1208608"/>
            <a:ext cx="217308" cy="2549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291" y="2236891"/>
            <a:ext cx="264583" cy="2077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426" y="3208608"/>
            <a:ext cx="225136" cy="1982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274" y="4161358"/>
            <a:ext cx="273997" cy="2549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274" y="5152085"/>
            <a:ext cx="273997" cy="25491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739" y="1156017"/>
            <a:ext cx="10281285" cy="5332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21005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Manual</a:t>
            </a:r>
            <a:r>
              <a:rPr sz="2000" spc="-114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Management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Too</a:t>
            </a:r>
            <a:r>
              <a:rPr sz="2000" spc="-14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much</a:t>
            </a:r>
            <a:r>
              <a:rPr sz="20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09283E"/>
                </a:solidFill>
                <a:latin typeface="Tahoma"/>
                <a:cs typeface="Tahoma"/>
              </a:rPr>
              <a:t>paperwork</a:t>
            </a:r>
            <a:r>
              <a:rPr sz="2000" spc="-1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and</a:t>
            </a:r>
            <a:r>
              <a:rPr sz="2000" spc="-17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manual</a:t>
            </a:r>
            <a:r>
              <a:rPr sz="2000" spc="-8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processing.</a:t>
            </a:r>
            <a:endParaRPr sz="2000">
              <a:latin typeface="Tahoma"/>
              <a:cs typeface="Tahoma"/>
            </a:endParaRPr>
          </a:p>
          <a:p>
            <a:pPr marL="428625">
              <a:lnSpc>
                <a:spcPct val="100000"/>
              </a:lnSpc>
              <a:spcBef>
                <a:spcPts val="1430"/>
              </a:spcBef>
            </a:pP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Duplicate</a:t>
            </a:r>
            <a:r>
              <a:rPr sz="2000" spc="-9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Records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Patient</a:t>
            </a:r>
            <a:r>
              <a:rPr sz="2000" spc="-16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09283E"/>
                </a:solidFill>
                <a:latin typeface="Tahoma"/>
                <a:cs typeface="Tahoma"/>
              </a:rPr>
              <a:t>information</a:t>
            </a:r>
            <a:r>
              <a:rPr sz="2000" spc="-50" dirty="0">
                <a:solidFill>
                  <a:srgbClr val="09283E"/>
                </a:solidFill>
                <a:latin typeface="Tahoma"/>
                <a:cs typeface="Tahoma"/>
              </a:rPr>
              <a:t> may</a:t>
            </a:r>
            <a:r>
              <a:rPr sz="2000" spc="-6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9283E"/>
                </a:solidFill>
                <a:latin typeface="Tahoma"/>
                <a:cs typeface="Tahoma"/>
              </a:rPr>
              <a:t>be</a:t>
            </a:r>
            <a:r>
              <a:rPr sz="2000" spc="-114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repeated.</a:t>
            </a:r>
            <a:endParaRPr sz="2000">
              <a:latin typeface="Tahoma"/>
              <a:cs typeface="Tahoma"/>
            </a:endParaRPr>
          </a:p>
          <a:p>
            <a:pPr marL="146050">
              <a:lnSpc>
                <a:spcPct val="100000"/>
              </a:lnSpc>
              <a:spcBef>
                <a:spcPts val="1505"/>
              </a:spcBef>
            </a:pPr>
            <a:r>
              <a:rPr sz="2000" spc="-40" dirty="0">
                <a:solidFill>
                  <a:srgbClr val="09283E"/>
                </a:solidFill>
                <a:latin typeface="Tahoma"/>
                <a:cs typeface="Tahoma"/>
              </a:rPr>
              <a:t>Incorrect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Details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Manual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09283E"/>
                </a:solidFill>
                <a:latin typeface="Tahoma"/>
                <a:cs typeface="Tahoma"/>
              </a:rPr>
              <a:t>entry</a:t>
            </a:r>
            <a:r>
              <a:rPr sz="2000" spc="-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can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cause</a:t>
            </a:r>
            <a:r>
              <a:rPr sz="2000" spc="-5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errors.</a:t>
            </a:r>
            <a:endParaRPr sz="2000">
              <a:latin typeface="Tahoma"/>
              <a:cs typeface="Tahoma"/>
            </a:endParaRPr>
          </a:p>
          <a:p>
            <a:pPr marL="12700" marR="7280909" indent="408305">
              <a:lnSpc>
                <a:spcPct val="162700"/>
              </a:lnSpc>
              <a:spcBef>
                <a:spcPts val="5"/>
              </a:spcBef>
            </a:pP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Scheduling</a:t>
            </a:r>
            <a:r>
              <a:rPr sz="2000" spc="-13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Conflicts </a:t>
            </a:r>
            <a:r>
              <a:rPr sz="2000" spc="-30" dirty="0">
                <a:solidFill>
                  <a:srgbClr val="09283E"/>
                </a:solidFill>
                <a:latin typeface="Tahoma"/>
                <a:cs typeface="Tahoma"/>
              </a:rPr>
              <a:t>Appointments</a:t>
            </a:r>
            <a:r>
              <a:rPr sz="2000" spc="-7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09283E"/>
                </a:solidFill>
                <a:latin typeface="Tahoma"/>
                <a:cs typeface="Tahoma"/>
              </a:rPr>
              <a:t>may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9283E"/>
                </a:solidFill>
                <a:latin typeface="Tahoma"/>
                <a:cs typeface="Tahoma"/>
              </a:rPr>
              <a:t>overlap.</a:t>
            </a:r>
            <a:endParaRPr sz="2000">
              <a:latin typeface="Tahoma"/>
              <a:cs typeface="Tahoma"/>
            </a:endParaRPr>
          </a:p>
          <a:p>
            <a:pPr marL="12700" marR="5937250" indent="408305">
              <a:lnSpc>
                <a:spcPct val="159600"/>
              </a:lnSpc>
              <a:spcBef>
                <a:spcPts val="75"/>
              </a:spcBef>
            </a:pPr>
            <a:r>
              <a:rPr sz="2000" spc="-55" dirty="0">
                <a:solidFill>
                  <a:srgbClr val="09283E"/>
                </a:solidFill>
                <a:latin typeface="Tahoma"/>
                <a:cs typeface="Tahoma"/>
              </a:rPr>
              <a:t>Difficult</a:t>
            </a:r>
            <a:r>
              <a:rPr sz="2000" spc="-7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Record</a:t>
            </a:r>
            <a:r>
              <a:rPr sz="2000" spc="-7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Management </a:t>
            </a:r>
            <a:r>
              <a:rPr sz="2000" spc="-30" dirty="0">
                <a:solidFill>
                  <a:srgbClr val="09283E"/>
                </a:solidFill>
                <a:latin typeface="Tahoma"/>
                <a:cs typeface="Tahoma"/>
              </a:rPr>
              <a:t>Finding</a:t>
            </a:r>
            <a:r>
              <a:rPr sz="20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9283E"/>
                </a:solidFill>
                <a:latin typeface="Tahoma"/>
                <a:cs typeface="Tahoma"/>
              </a:rPr>
              <a:t>and</a:t>
            </a:r>
            <a:r>
              <a:rPr sz="2000" spc="-9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09283E"/>
                </a:solidFill>
                <a:latin typeface="Tahoma"/>
                <a:cs typeface="Tahoma"/>
              </a:rPr>
              <a:t>updating</a:t>
            </a:r>
            <a:r>
              <a:rPr sz="20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records</a:t>
            </a:r>
            <a:r>
              <a:rPr sz="2000" spc="-14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is</a:t>
            </a:r>
            <a:r>
              <a:rPr sz="2000" spc="-15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09283E"/>
                </a:solidFill>
                <a:latin typeface="Tahoma"/>
                <a:cs typeface="Tahoma"/>
              </a:rPr>
              <a:t>difficult.</a:t>
            </a:r>
            <a:endParaRPr sz="2000">
              <a:latin typeface="Tahoma"/>
              <a:cs typeface="Tahoma"/>
            </a:endParaRPr>
          </a:p>
          <a:p>
            <a:pPr marL="1748155">
              <a:lnSpc>
                <a:spcPct val="100000"/>
              </a:lnSpc>
              <a:spcBef>
                <a:spcPts val="1555"/>
              </a:spcBef>
            </a:pPr>
            <a:r>
              <a:rPr sz="2400" spc="-20" dirty="0">
                <a:solidFill>
                  <a:srgbClr val="09283E"/>
                </a:solidFill>
                <a:latin typeface="Tahoma"/>
                <a:cs typeface="Tahoma"/>
              </a:rPr>
              <a:t>Problem</a:t>
            </a:r>
            <a:r>
              <a:rPr sz="2400" spc="-8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9283E"/>
                </a:solidFill>
                <a:latin typeface="Arial"/>
                <a:cs typeface="Arial"/>
              </a:rPr>
              <a:t>→</a:t>
            </a:r>
            <a:r>
              <a:rPr sz="2400" b="1" spc="-30" dirty="0">
                <a:solidFill>
                  <a:srgbClr val="0928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9283E"/>
                </a:solidFill>
                <a:latin typeface="Tahoma"/>
                <a:cs typeface="Tahoma"/>
              </a:rPr>
              <a:t>Manual</a:t>
            </a:r>
            <a:r>
              <a:rPr sz="2400" spc="-16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9283E"/>
                </a:solidFill>
                <a:latin typeface="Tahoma"/>
                <a:cs typeface="Tahoma"/>
              </a:rPr>
              <a:t>&amp;</a:t>
            </a:r>
            <a:r>
              <a:rPr sz="24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09283E"/>
                </a:solidFill>
                <a:latin typeface="Tahoma"/>
                <a:cs typeface="Tahoma"/>
              </a:rPr>
              <a:t>Difficult</a:t>
            </a:r>
            <a:r>
              <a:rPr sz="2400" spc="-16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09283E"/>
                </a:solidFill>
                <a:latin typeface="Tahoma"/>
                <a:cs typeface="Tahoma"/>
              </a:rPr>
              <a:t>Hospital</a:t>
            </a:r>
            <a:r>
              <a:rPr sz="2400" spc="-16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09283E"/>
                </a:solidFill>
                <a:latin typeface="Tahoma"/>
                <a:cs typeface="Tahoma"/>
              </a:rPr>
              <a:t>Appointment</a:t>
            </a:r>
            <a:r>
              <a:rPr sz="2400" spc="-10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9283E"/>
                </a:solidFill>
                <a:latin typeface="Tahoma"/>
                <a:cs typeface="Tahoma"/>
              </a:rPr>
              <a:t>Management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1344" y="389318"/>
            <a:ext cx="1098677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320" dirty="0"/>
              <a:t>Existing</a:t>
            </a:r>
            <a:r>
              <a:rPr sz="4800" spc="20" dirty="0"/>
              <a:t> </a:t>
            </a:r>
            <a:r>
              <a:rPr sz="4800" spc="290" dirty="0"/>
              <a:t>System</a:t>
            </a:r>
            <a:r>
              <a:rPr sz="4800" spc="5" dirty="0"/>
              <a:t> </a:t>
            </a:r>
            <a:r>
              <a:rPr sz="4800" spc="120" dirty="0"/>
              <a:t>vs</a:t>
            </a:r>
            <a:r>
              <a:rPr sz="4800" spc="45" dirty="0"/>
              <a:t> </a:t>
            </a:r>
            <a:r>
              <a:rPr sz="4800" spc="305" dirty="0"/>
              <a:t>Proposed</a:t>
            </a:r>
            <a:r>
              <a:rPr sz="4800" dirty="0"/>
              <a:t> </a:t>
            </a:r>
            <a:r>
              <a:rPr sz="4800" spc="280" dirty="0"/>
              <a:t>System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425450" y="1543367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48E7B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05501" y="1547875"/>
            <a:ext cx="48260" cy="3032760"/>
          </a:xfrm>
          <a:custGeom>
            <a:avLst/>
            <a:gdLst/>
            <a:ahLst/>
            <a:cxnLst/>
            <a:rect l="l" t="t" r="r" b="b"/>
            <a:pathLst>
              <a:path w="48260" h="3032760">
                <a:moveTo>
                  <a:pt x="0" y="0"/>
                </a:moveTo>
                <a:lnTo>
                  <a:pt x="47751" y="3032760"/>
                </a:lnTo>
              </a:path>
            </a:pathLst>
          </a:custGeom>
          <a:ln w="6350">
            <a:solidFill>
              <a:srgbClr val="3B9A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35200" y="5639434"/>
            <a:ext cx="65131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Manual</a:t>
            </a:r>
            <a:r>
              <a:rPr sz="2400" spc="-1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&amp;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Less</a:t>
            </a:r>
            <a:r>
              <a:rPr sz="2400" spc="-1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Organized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b="1" dirty="0">
                <a:latin typeface="Arial"/>
                <a:cs typeface="Arial"/>
              </a:rPr>
              <a:t>→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spc="-40" dirty="0">
                <a:latin typeface="Tahoma"/>
                <a:cs typeface="Tahoma"/>
              </a:rPr>
              <a:t>Digital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&amp;</a:t>
            </a:r>
            <a:r>
              <a:rPr sz="2400" spc="-1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Centralized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25500" y="1638443"/>
          <a:ext cx="9355455" cy="2974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61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175">
                <a:tc>
                  <a:txBody>
                    <a:bodyPr/>
                    <a:lstStyle/>
                    <a:p>
                      <a:pPr marL="189230">
                        <a:lnSpc>
                          <a:spcPts val="2390"/>
                        </a:lnSpc>
                      </a:pPr>
                      <a:r>
                        <a:rPr sz="20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EXISTING</a:t>
                      </a:r>
                      <a:r>
                        <a:rPr sz="2000" u="sng" spc="-114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20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SYSTEM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040" algn="ctr">
                        <a:lnSpc>
                          <a:spcPts val="2390"/>
                        </a:lnSpc>
                      </a:pPr>
                      <a:r>
                        <a:rPr sz="2000" u="sng" spc="8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PROPOSED</a:t>
                      </a:r>
                      <a:r>
                        <a:rPr sz="2000" u="sng" spc="-15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20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SYSTEM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marL="50419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Manual</a:t>
                      </a:r>
                      <a:r>
                        <a:rPr sz="1800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records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7160" marB="0"/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spc="-30" dirty="0">
                          <a:latin typeface="Tahoma"/>
                          <a:cs typeface="Tahoma"/>
                        </a:rPr>
                        <a:t>Digital</a:t>
                      </a:r>
                      <a:r>
                        <a:rPr sz="180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records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71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50419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More</a:t>
                      </a:r>
                      <a:r>
                        <a:rPr sz="18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0" dirty="0">
                          <a:latin typeface="Tahoma"/>
                          <a:cs typeface="Tahoma"/>
                        </a:rPr>
                        <a:t>manual</a:t>
                      </a:r>
                      <a:r>
                        <a:rPr sz="1800" spc="-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work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87630" marB="0"/>
                </a:tc>
                <a:tc>
                  <a:txBody>
                    <a:bodyPr/>
                    <a:lstStyle/>
                    <a:p>
                      <a:pPr marL="173545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Reduced</a:t>
                      </a:r>
                      <a:r>
                        <a:rPr sz="1800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30" dirty="0">
                          <a:latin typeface="Tahoma"/>
                          <a:cs typeface="Tahoma"/>
                        </a:rPr>
                        <a:t>manual</a:t>
                      </a:r>
                      <a:r>
                        <a:rPr sz="180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work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876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5041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spc="-40" dirty="0">
                          <a:latin typeface="Tahoma"/>
                          <a:cs typeface="Tahoma"/>
                        </a:rPr>
                        <a:t>Difficult</a:t>
                      </a:r>
                      <a:r>
                        <a:rPr sz="1800" spc="-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tracking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83820" marB="0"/>
                </a:tc>
                <a:tc>
                  <a:txBody>
                    <a:bodyPr/>
                    <a:lstStyle/>
                    <a:p>
                      <a:pPr marL="173545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Organized</a:t>
                      </a:r>
                      <a:r>
                        <a:rPr sz="18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45" dirty="0">
                          <a:latin typeface="Tahoma"/>
                          <a:cs typeface="Tahoma"/>
                        </a:rPr>
                        <a:t>appointment</a:t>
                      </a:r>
                      <a:r>
                        <a:rPr sz="18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tracking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8382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50419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Duplicate</a:t>
                      </a:r>
                      <a:r>
                        <a:rPr sz="1800" spc="-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records</a:t>
                      </a:r>
                      <a:r>
                        <a:rPr sz="18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possible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85090" marB="0"/>
                </a:tc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Centralized</a:t>
                      </a:r>
                      <a:r>
                        <a:rPr sz="1800" spc="-1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data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8509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50419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Scheduling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conflicts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86360" marB="0"/>
                </a:tc>
                <a:tc>
                  <a:txBody>
                    <a:bodyPr/>
                    <a:lstStyle/>
                    <a:p>
                      <a:pPr marL="173545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spc="-20" dirty="0">
                          <a:latin typeface="Tahoma"/>
                          <a:cs typeface="Tahoma"/>
                        </a:rPr>
                        <a:t>Better</a:t>
                      </a:r>
                      <a:r>
                        <a:rPr sz="1800" spc="-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45" dirty="0">
                          <a:latin typeface="Tahoma"/>
                          <a:cs typeface="Tahoma"/>
                        </a:rPr>
                        <a:t>appointment</a:t>
                      </a:r>
                      <a:r>
                        <a:rPr sz="18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management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8636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41" y="2180304"/>
            <a:ext cx="176373" cy="23574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7667" y="2180304"/>
            <a:ext cx="232070" cy="23574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3623" y="2704009"/>
            <a:ext cx="167091" cy="22635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34081" y="2704009"/>
            <a:ext cx="139242" cy="22635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5775" y="3208927"/>
            <a:ext cx="222788" cy="2357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87667" y="3208927"/>
            <a:ext cx="232070" cy="2357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05775" y="3760910"/>
            <a:ext cx="222788" cy="18863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34081" y="3713752"/>
            <a:ext cx="139242" cy="23579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05775" y="4256397"/>
            <a:ext cx="222788" cy="19806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87667" y="4228102"/>
            <a:ext cx="232070" cy="235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4885" y="1173734"/>
            <a:ext cx="5397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17818B"/>
                </a:solidFill>
                <a:latin typeface="Georgia"/>
                <a:cs typeface="Georgia"/>
              </a:rPr>
              <a:t>.</a:t>
            </a:r>
            <a:endParaRPr sz="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14929" y="180593"/>
            <a:ext cx="681228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235" dirty="0"/>
              <a:t>Tools</a:t>
            </a:r>
            <a:r>
              <a:rPr sz="3950" spc="70" dirty="0"/>
              <a:t> </a:t>
            </a:r>
            <a:r>
              <a:rPr sz="3950" spc="1065" dirty="0"/>
              <a:t>&amp;</a:t>
            </a:r>
            <a:r>
              <a:rPr sz="3950" spc="114" dirty="0"/>
              <a:t> </a:t>
            </a:r>
            <a:r>
              <a:rPr sz="3950" spc="229" dirty="0"/>
              <a:t>Technologies</a:t>
            </a:r>
            <a:r>
              <a:rPr sz="3950" spc="50" dirty="0"/>
              <a:t> </a:t>
            </a:r>
            <a:r>
              <a:rPr sz="3950" spc="200" dirty="0"/>
              <a:t>Used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368300" y="1272159"/>
            <a:ext cx="5461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09283E"/>
                </a:solidFill>
                <a:latin typeface="Tahoma"/>
                <a:cs typeface="Tahoma"/>
              </a:rPr>
              <a:t>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8487" y="1085786"/>
            <a:ext cx="3223260" cy="1906905"/>
            <a:chOff x="598487" y="1085786"/>
            <a:chExt cx="3223260" cy="1906905"/>
          </a:xfrm>
        </p:grpSpPr>
        <p:sp>
          <p:nvSpPr>
            <p:cNvPr id="5" name="object 5"/>
            <p:cNvSpPr/>
            <p:nvPr/>
          </p:nvSpPr>
          <p:spPr>
            <a:xfrm>
              <a:off x="604837" y="1100201"/>
              <a:ext cx="3210560" cy="1885950"/>
            </a:xfrm>
            <a:custGeom>
              <a:avLst/>
              <a:gdLst/>
              <a:ahLst/>
              <a:cxnLst/>
              <a:rect l="l" t="t" r="r" b="b"/>
              <a:pathLst>
                <a:path w="3210560" h="1885950">
                  <a:moveTo>
                    <a:pt x="2895536" y="0"/>
                  </a:moveTo>
                  <a:lnTo>
                    <a:pt x="314325" y="0"/>
                  </a:lnTo>
                  <a:lnTo>
                    <a:pt x="267876" y="3407"/>
                  </a:lnTo>
                  <a:lnTo>
                    <a:pt x="223544" y="13307"/>
                  </a:lnTo>
                  <a:lnTo>
                    <a:pt x="181813" y="29212"/>
                  </a:lnTo>
                  <a:lnTo>
                    <a:pt x="143172" y="50636"/>
                  </a:lnTo>
                  <a:lnTo>
                    <a:pt x="108104" y="77094"/>
                  </a:lnTo>
                  <a:lnTo>
                    <a:pt x="77098" y="108099"/>
                  </a:lnTo>
                  <a:lnTo>
                    <a:pt x="50639" y="143166"/>
                  </a:lnTo>
                  <a:lnTo>
                    <a:pt x="29214" y="181808"/>
                  </a:lnTo>
                  <a:lnTo>
                    <a:pt x="13308" y="223539"/>
                  </a:lnTo>
                  <a:lnTo>
                    <a:pt x="3408" y="267873"/>
                  </a:lnTo>
                  <a:lnTo>
                    <a:pt x="0" y="314325"/>
                  </a:lnTo>
                  <a:lnTo>
                    <a:pt x="0" y="1571498"/>
                  </a:lnTo>
                  <a:lnTo>
                    <a:pt x="3408" y="1617952"/>
                  </a:lnTo>
                  <a:lnTo>
                    <a:pt x="13308" y="1662294"/>
                  </a:lnTo>
                  <a:lnTo>
                    <a:pt x="29214" y="1704037"/>
                  </a:lnTo>
                  <a:lnTo>
                    <a:pt x="50639" y="1742694"/>
                  </a:lnTo>
                  <a:lnTo>
                    <a:pt x="77098" y="1777778"/>
                  </a:lnTo>
                  <a:lnTo>
                    <a:pt x="108104" y="1808800"/>
                  </a:lnTo>
                  <a:lnTo>
                    <a:pt x="143172" y="1835275"/>
                  </a:lnTo>
                  <a:lnTo>
                    <a:pt x="181813" y="1856714"/>
                  </a:lnTo>
                  <a:lnTo>
                    <a:pt x="223544" y="1872631"/>
                  </a:lnTo>
                  <a:lnTo>
                    <a:pt x="267876" y="1882539"/>
                  </a:lnTo>
                  <a:lnTo>
                    <a:pt x="314325" y="1885950"/>
                  </a:lnTo>
                  <a:lnTo>
                    <a:pt x="2895536" y="1885950"/>
                  </a:lnTo>
                  <a:lnTo>
                    <a:pt x="2941990" y="1882539"/>
                  </a:lnTo>
                  <a:lnTo>
                    <a:pt x="2986333" y="1872631"/>
                  </a:lnTo>
                  <a:lnTo>
                    <a:pt x="3028076" y="1856714"/>
                  </a:lnTo>
                  <a:lnTo>
                    <a:pt x="3066733" y="1835275"/>
                  </a:lnTo>
                  <a:lnTo>
                    <a:pt x="3101816" y="1808800"/>
                  </a:lnTo>
                  <a:lnTo>
                    <a:pt x="3132839" y="1777778"/>
                  </a:lnTo>
                  <a:lnTo>
                    <a:pt x="3159313" y="1742694"/>
                  </a:lnTo>
                  <a:lnTo>
                    <a:pt x="3180753" y="1704037"/>
                  </a:lnTo>
                  <a:lnTo>
                    <a:pt x="3196670" y="1662294"/>
                  </a:lnTo>
                  <a:lnTo>
                    <a:pt x="3206577" y="1617952"/>
                  </a:lnTo>
                  <a:lnTo>
                    <a:pt x="3209988" y="1571498"/>
                  </a:lnTo>
                  <a:lnTo>
                    <a:pt x="3209988" y="314325"/>
                  </a:lnTo>
                  <a:lnTo>
                    <a:pt x="3206577" y="267873"/>
                  </a:lnTo>
                  <a:lnTo>
                    <a:pt x="3196670" y="223539"/>
                  </a:lnTo>
                  <a:lnTo>
                    <a:pt x="3180753" y="181808"/>
                  </a:lnTo>
                  <a:lnTo>
                    <a:pt x="3159313" y="143166"/>
                  </a:lnTo>
                  <a:lnTo>
                    <a:pt x="3132839" y="108099"/>
                  </a:lnTo>
                  <a:lnTo>
                    <a:pt x="3101816" y="77094"/>
                  </a:lnTo>
                  <a:lnTo>
                    <a:pt x="3066733" y="50636"/>
                  </a:lnTo>
                  <a:lnTo>
                    <a:pt x="3028076" y="29212"/>
                  </a:lnTo>
                  <a:lnTo>
                    <a:pt x="2986333" y="13307"/>
                  </a:lnTo>
                  <a:lnTo>
                    <a:pt x="2941990" y="3407"/>
                  </a:lnTo>
                  <a:lnTo>
                    <a:pt x="2895536" y="0"/>
                  </a:lnTo>
                  <a:close/>
                </a:path>
              </a:pathLst>
            </a:custGeom>
            <a:solidFill>
              <a:srgbClr val="FCD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4837" y="1100201"/>
              <a:ext cx="3210560" cy="1885950"/>
            </a:xfrm>
            <a:custGeom>
              <a:avLst/>
              <a:gdLst/>
              <a:ahLst/>
              <a:cxnLst/>
              <a:rect l="l" t="t" r="r" b="b"/>
              <a:pathLst>
                <a:path w="3210560" h="1885950">
                  <a:moveTo>
                    <a:pt x="0" y="314325"/>
                  </a:moveTo>
                  <a:lnTo>
                    <a:pt x="3408" y="267873"/>
                  </a:lnTo>
                  <a:lnTo>
                    <a:pt x="13308" y="223539"/>
                  </a:lnTo>
                  <a:lnTo>
                    <a:pt x="29214" y="181808"/>
                  </a:lnTo>
                  <a:lnTo>
                    <a:pt x="50639" y="143166"/>
                  </a:lnTo>
                  <a:lnTo>
                    <a:pt x="77098" y="108099"/>
                  </a:lnTo>
                  <a:lnTo>
                    <a:pt x="108104" y="77094"/>
                  </a:lnTo>
                  <a:lnTo>
                    <a:pt x="143172" y="50636"/>
                  </a:lnTo>
                  <a:lnTo>
                    <a:pt x="181813" y="29212"/>
                  </a:lnTo>
                  <a:lnTo>
                    <a:pt x="223544" y="13307"/>
                  </a:lnTo>
                  <a:lnTo>
                    <a:pt x="267876" y="3407"/>
                  </a:lnTo>
                  <a:lnTo>
                    <a:pt x="314325" y="0"/>
                  </a:lnTo>
                  <a:lnTo>
                    <a:pt x="2895536" y="0"/>
                  </a:lnTo>
                  <a:lnTo>
                    <a:pt x="2941990" y="3407"/>
                  </a:lnTo>
                  <a:lnTo>
                    <a:pt x="2986333" y="13307"/>
                  </a:lnTo>
                  <a:lnTo>
                    <a:pt x="3028076" y="29212"/>
                  </a:lnTo>
                  <a:lnTo>
                    <a:pt x="3066733" y="50636"/>
                  </a:lnTo>
                  <a:lnTo>
                    <a:pt x="3101816" y="77094"/>
                  </a:lnTo>
                  <a:lnTo>
                    <a:pt x="3132839" y="108099"/>
                  </a:lnTo>
                  <a:lnTo>
                    <a:pt x="3159313" y="143166"/>
                  </a:lnTo>
                  <a:lnTo>
                    <a:pt x="3180753" y="181808"/>
                  </a:lnTo>
                  <a:lnTo>
                    <a:pt x="3196670" y="223539"/>
                  </a:lnTo>
                  <a:lnTo>
                    <a:pt x="3206577" y="267873"/>
                  </a:lnTo>
                  <a:lnTo>
                    <a:pt x="3209988" y="314325"/>
                  </a:lnTo>
                  <a:lnTo>
                    <a:pt x="3209988" y="1571498"/>
                  </a:lnTo>
                  <a:lnTo>
                    <a:pt x="3206577" y="1617952"/>
                  </a:lnTo>
                  <a:lnTo>
                    <a:pt x="3196670" y="1662294"/>
                  </a:lnTo>
                  <a:lnTo>
                    <a:pt x="3180753" y="1704037"/>
                  </a:lnTo>
                  <a:lnTo>
                    <a:pt x="3159313" y="1742694"/>
                  </a:lnTo>
                  <a:lnTo>
                    <a:pt x="3132839" y="1777778"/>
                  </a:lnTo>
                  <a:lnTo>
                    <a:pt x="3101816" y="1808800"/>
                  </a:lnTo>
                  <a:lnTo>
                    <a:pt x="3066733" y="1835275"/>
                  </a:lnTo>
                  <a:lnTo>
                    <a:pt x="3028076" y="1856714"/>
                  </a:lnTo>
                  <a:lnTo>
                    <a:pt x="2986333" y="1872631"/>
                  </a:lnTo>
                  <a:lnTo>
                    <a:pt x="2941990" y="1882539"/>
                  </a:lnTo>
                  <a:lnTo>
                    <a:pt x="2895536" y="1885950"/>
                  </a:lnTo>
                  <a:lnTo>
                    <a:pt x="314325" y="1885950"/>
                  </a:lnTo>
                  <a:lnTo>
                    <a:pt x="267876" y="1882539"/>
                  </a:lnTo>
                  <a:lnTo>
                    <a:pt x="223544" y="1872631"/>
                  </a:lnTo>
                  <a:lnTo>
                    <a:pt x="181813" y="1856714"/>
                  </a:lnTo>
                  <a:lnTo>
                    <a:pt x="143172" y="1835275"/>
                  </a:lnTo>
                  <a:lnTo>
                    <a:pt x="108104" y="1808800"/>
                  </a:lnTo>
                  <a:lnTo>
                    <a:pt x="77098" y="1777778"/>
                  </a:lnTo>
                  <a:lnTo>
                    <a:pt x="50639" y="1742694"/>
                  </a:lnTo>
                  <a:lnTo>
                    <a:pt x="29214" y="1704037"/>
                  </a:lnTo>
                  <a:lnTo>
                    <a:pt x="13308" y="1662294"/>
                  </a:lnTo>
                  <a:lnTo>
                    <a:pt x="3408" y="1617952"/>
                  </a:lnTo>
                  <a:lnTo>
                    <a:pt x="0" y="1571498"/>
                  </a:lnTo>
                  <a:lnTo>
                    <a:pt x="0" y="314325"/>
                  </a:lnTo>
                  <a:close/>
                </a:path>
              </a:pathLst>
            </a:custGeom>
            <a:ln w="12700">
              <a:solidFill>
                <a:srgbClr val="133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175" y="1085786"/>
              <a:ext cx="585787" cy="47148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67715" y="1136332"/>
            <a:ext cx="1575435" cy="1526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FRONTEND</a:t>
            </a:r>
            <a:endParaRPr sz="18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spc="-20" dirty="0">
                <a:latin typeface="Tahoma"/>
                <a:cs typeface="Tahoma"/>
              </a:rPr>
              <a:t>HTML</a:t>
            </a:r>
            <a:endParaRPr sz="20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000" spc="110" dirty="0">
                <a:latin typeface="Tahoma"/>
                <a:cs typeface="Tahoma"/>
              </a:rPr>
              <a:t>CSS</a:t>
            </a:r>
            <a:endParaRPr sz="20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spc="-10" dirty="0">
                <a:latin typeface="Tahoma"/>
                <a:cs typeface="Tahoma"/>
              </a:rPr>
              <a:t>JavaScript</a:t>
            </a:r>
            <a:endParaRPr sz="20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spc="-10" dirty="0">
                <a:latin typeface="Tahoma"/>
                <a:cs typeface="Tahoma"/>
              </a:rPr>
              <a:t>Bootstrap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32826" y="1036700"/>
            <a:ext cx="3479800" cy="1927225"/>
            <a:chOff x="8132826" y="1036700"/>
            <a:chExt cx="3479800" cy="1927225"/>
          </a:xfrm>
        </p:grpSpPr>
        <p:sp>
          <p:nvSpPr>
            <p:cNvPr id="10" name="object 10"/>
            <p:cNvSpPr/>
            <p:nvPr/>
          </p:nvSpPr>
          <p:spPr>
            <a:xfrm>
              <a:off x="8139176" y="1043050"/>
              <a:ext cx="3467100" cy="1914525"/>
            </a:xfrm>
            <a:custGeom>
              <a:avLst/>
              <a:gdLst/>
              <a:ahLst/>
              <a:cxnLst/>
              <a:rect l="l" t="t" r="r" b="b"/>
              <a:pathLst>
                <a:path w="3467100" h="1914525">
                  <a:moveTo>
                    <a:pt x="3147949" y="0"/>
                  </a:moveTo>
                  <a:lnTo>
                    <a:pt x="319024" y="0"/>
                  </a:lnTo>
                  <a:lnTo>
                    <a:pt x="271862" y="3457"/>
                  </a:lnTo>
                  <a:lnTo>
                    <a:pt x="226855" y="13500"/>
                  </a:lnTo>
                  <a:lnTo>
                    <a:pt x="184495" y="29637"/>
                  </a:lnTo>
                  <a:lnTo>
                    <a:pt x="145275" y="51375"/>
                  </a:lnTo>
                  <a:lnTo>
                    <a:pt x="109686" y="78222"/>
                  </a:lnTo>
                  <a:lnTo>
                    <a:pt x="78222" y="109686"/>
                  </a:lnTo>
                  <a:lnTo>
                    <a:pt x="51375" y="145275"/>
                  </a:lnTo>
                  <a:lnTo>
                    <a:pt x="29637" y="184495"/>
                  </a:lnTo>
                  <a:lnTo>
                    <a:pt x="13500" y="226855"/>
                  </a:lnTo>
                  <a:lnTo>
                    <a:pt x="3457" y="271862"/>
                  </a:lnTo>
                  <a:lnTo>
                    <a:pt x="0" y="319024"/>
                  </a:lnTo>
                  <a:lnTo>
                    <a:pt x="0" y="1595374"/>
                  </a:lnTo>
                  <a:lnTo>
                    <a:pt x="3457" y="1642538"/>
                  </a:lnTo>
                  <a:lnTo>
                    <a:pt x="13500" y="1687554"/>
                  </a:lnTo>
                  <a:lnTo>
                    <a:pt x="29637" y="1729925"/>
                  </a:lnTo>
                  <a:lnTo>
                    <a:pt x="51375" y="1769161"/>
                  </a:lnTo>
                  <a:lnTo>
                    <a:pt x="78222" y="1804766"/>
                  </a:lnTo>
                  <a:lnTo>
                    <a:pt x="109686" y="1836247"/>
                  </a:lnTo>
                  <a:lnTo>
                    <a:pt x="145275" y="1863111"/>
                  </a:lnTo>
                  <a:lnTo>
                    <a:pt x="184495" y="1884864"/>
                  </a:lnTo>
                  <a:lnTo>
                    <a:pt x="226855" y="1901013"/>
                  </a:lnTo>
                  <a:lnTo>
                    <a:pt x="271862" y="1911064"/>
                  </a:lnTo>
                  <a:lnTo>
                    <a:pt x="319024" y="1914525"/>
                  </a:lnTo>
                  <a:lnTo>
                    <a:pt x="3147949" y="1914525"/>
                  </a:lnTo>
                  <a:lnTo>
                    <a:pt x="3195113" y="1911064"/>
                  </a:lnTo>
                  <a:lnTo>
                    <a:pt x="3240129" y="1901013"/>
                  </a:lnTo>
                  <a:lnTo>
                    <a:pt x="3282500" y="1884864"/>
                  </a:lnTo>
                  <a:lnTo>
                    <a:pt x="3321736" y="1863111"/>
                  </a:lnTo>
                  <a:lnTo>
                    <a:pt x="3357341" y="1836247"/>
                  </a:lnTo>
                  <a:lnTo>
                    <a:pt x="3388822" y="1804766"/>
                  </a:lnTo>
                  <a:lnTo>
                    <a:pt x="3415686" y="1769161"/>
                  </a:lnTo>
                  <a:lnTo>
                    <a:pt x="3437439" y="1729925"/>
                  </a:lnTo>
                  <a:lnTo>
                    <a:pt x="3453588" y="1687554"/>
                  </a:lnTo>
                  <a:lnTo>
                    <a:pt x="3463639" y="1642538"/>
                  </a:lnTo>
                  <a:lnTo>
                    <a:pt x="3467100" y="1595374"/>
                  </a:lnTo>
                  <a:lnTo>
                    <a:pt x="3467100" y="319024"/>
                  </a:lnTo>
                  <a:lnTo>
                    <a:pt x="3463639" y="271862"/>
                  </a:lnTo>
                  <a:lnTo>
                    <a:pt x="3453588" y="226855"/>
                  </a:lnTo>
                  <a:lnTo>
                    <a:pt x="3437439" y="184495"/>
                  </a:lnTo>
                  <a:lnTo>
                    <a:pt x="3415686" y="145275"/>
                  </a:lnTo>
                  <a:lnTo>
                    <a:pt x="3388822" y="109686"/>
                  </a:lnTo>
                  <a:lnTo>
                    <a:pt x="3357341" y="78222"/>
                  </a:lnTo>
                  <a:lnTo>
                    <a:pt x="3321736" y="51375"/>
                  </a:lnTo>
                  <a:lnTo>
                    <a:pt x="3282500" y="29637"/>
                  </a:lnTo>
                  <a:lnTo>
                    <a:pt x="3240129" y="13500"/>
                  </a:lnTo>
                  <a:lnTo>
                    <a:pt x="3195113" y="3457"/>
                  </a:lnTo>
                  <a:lnTo>
                    <a:pt x="3147949" y="0"/>
                  </a:lnTo>
                  <a:close/>
                </a:path>
              </a:pathLst>
            </a:custGeom>
            <a:solidFill>
              <a:srgbClr val="FCD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39176" y="1043050"/>
              <a:ext cx="3467100" cy="1914525"/>
            </a:xfrm>
            <a:custGeom>
              <a:avLst/>
              <a:gdLst/>
              <a:ahLst/>
              <a:cxnLst/>
              <a:rect l="l" t="t" r="r" b="b"/>
              <a:pathLst>
                <a:path w="3467100" h="1914525">
                  <a:moveTo>
                    <a:pt x="0" y="319024"/>
                  </a:moveTo>
                  <a:lnTo>
                    <a:pt x="3457" y="271862"/>
                  </a:lnTo>
                  <a:lnTo>
                    <a:pt x="13500" y="226855"/>
                  </a:lnTo>
                  <a:lnTo>
                    <a:pt x="29637" y="184495"/>
                  </a:lnTo>
                  <a:lnTo>
                    <a:pt x="51375" y="145275"/>
                  </a:lnTo>
                  <a:lnTo>
                    <a:pt x="78222" y="109686"/>
                  </a:lnTo>
                  <a:lnTo>
                    <a:pt x="109686" y="78222"/>
                  </a:lnTo>
                  <a:lnTo>
                    <a:pt x="145275" y="51375"/>
                  </a:lnTo>
                  <a:lnTo>
                    <a:pt x="184495" y="29637"/>
                  </a:lnTo>
                  <a:lnTo>
                    <a:pt x="226855" y="13500"/>
                  </a:lnTo>
                  <a:lnTo>
                    <a:pt x="271862" y="3457"/>
                  </a:lnTo>
                  <a:lnTo>
                    <a:pt x="319024" y="0"/>
                  </a:lnTo>
                  <a:lnTo>
                    <a:pt x="3147949" y="0"/>
                  </a:lnTo>
                  <a:lnTo>
                    <a:pt x="3195113" y="3457"/>
                  </a:lnTo>
                  <a:lnTo>
                    <a:pt x="3240129" y="13500"/>
                  </a:lnTo>
                  <a:lnTo>
                    <a:pt x="3282500" y="29637"/>
                  </a:lnTo>
                  <a:lnTo>
                    <a:pt x="3321736" y="51375"/>
                  </a:lnTo>
                  <a:lnTo>
                    <a:pt x="3357341" y="78222"/>
                  </a:lnTo>
                  <a:lnTo>
                    <a:pt x="3388822" y="109686"/>
                  </a:lnTo>
                  <a:lnTo>
                    <a:pt x="3415686" y="145275"/>
                  </a:lnTo>
                  <a:lnTo>
                    <a:pt x="3437439" y="184495"/>
                  </a:lnTo>
                  <a:lnTo>
                    <a:pt x="3453588" y="226855"/>
                  </a:lnTo>
                  <a:lnTo>
                    <a:pt x="3463639" y="271862"/>
                  </a:lnTo>
                  <a:lnTo>
                    <a:pt x="3467100" y="319024"/>
                  </a:lnTo>
                  <a:lnTo>
                    <a:pt x="3467100" y="1595374"/>
                  </a:lnTo>
                  <a:lnTo>
                    <a:pt x="3463639" y="1642538"/>
                  </a:lnTo>
                  <a:lnTo>
                    <a:pt x="3453588" y="1687554"/>
                  </a:lnTo>
                  <a:lnTo>
                    <a:pt x="3437439" y="1729925"/>
                  </a:lnTo>
                  <a:lnTo>
                    <a:pt x="3415686" y="1769161"/>
                  </a:lnTo>
                  <a:lnTo>
                    <a:pt x="3388822" y="1804766"/>
                  </a:lnTo>
                  <a:lnTo>
                    <a:pt x="3357341" y="1836247"/>
                  </a:lnTo>
                  <a:lnTo>
                    <a:pt x="3321736" y="1863111"/>
                  </a:lnTo>
                  <a:lnTo>
                    <a:pt x="3282500" y="1884864"/>
                  </a:lnTo>
                  <a:lnTo>
                    <a:pt x="3240129" y="1901013"/>
                  </a:lnTo>
                  <a:lnTo>
                    <a:pt x="3195113" y="1911064"/>
                  </a:lnTo>
                  <a:lnTo>
                    <a:pt x="3147949" y="1914525"/>
                  </a:lnTo>
                  <a:lnTo>
                    <a:pt x="319024" y="1914525"/>
                  </a:lnTo>
                  <a:lnTo>
                    <a:pt x="271862" y="1911064"/>
                  </a:lnTo>
                  <a:lnTo>
                    <a:pt x="226855" y="1901013"/>
                  </a:lnTo>
                  <a:lnTo>
                    <a:pt x="184495" y="1884864"/>
                  </a:lnTo>
                  <a:lnTo>
                    <a:pt x="145275" y="1863111"/>
                  </a:lnTo>
                  <a:lnTo>
                    <a:pt x="109686" y="1836247"/>
                  </a:lnTo>
                  <a:lnTo>
                    <a:pt x="78222" y="1804766"/>
                  </a:lnTo>
                  <a:lnTo>
                    <a:pt x="51375" y="1769161"/>
                  </a:lnTo>
                  <a:lnTo>
                    <a:pt x="29637" y="1729925"/>
                  </a:lnTo>
                  <a:lnTo>
                    <a:pt x="13500" y="1687554"/>
                  </a:lnTo>
                  <a:lnTo>
                    <a:pt x="3457" y="1642538"/>
                  </a:lnTo>
                  <a:lnTo>
                    <a:pt x="0" y="1595374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133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2450" y="1238186"/>
              <a:ext cx="595312" cy="47148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312531" y="1288478"/>
            <a:ext cx="1445895" cy="85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0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latin typeface="Tahoma"/>
                <a:cs typeface="Tahoma"/>
              </a:rPr>
              <a:t>BACKEND</a:t>
            </a:r>
            <a:endParaRPr sz="18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-10" dirty="0">
                <a:latin typeface="Tahoma"/>
                <a:cs typeface="Tahoma"/>
              </a:rPr>
              <a:t>Node.js</a:t>
            </a:r>
            <a:endParaRPr sz="18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-10" dirty="0">
                <a:latin typeface="Tahoma"/>
                <a:cs typeface="Tahoma"/>
              </a:rPr>
              <a:t>Express.js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65701" y="2732151"/>
            <a:ext cx="2841625" cy="1651000"/>
            <a:chOff x="4465701" y="2732151"/>
            <a:chExt cx="2841625" cy="1651000"/>
          </a:xfrm>
        </p:grpSpPr>
        <p:sp>
          <p:nvSpPr>
            <p:cNvPr id="15" name="object 15"/>
            <p:cNvSpPr/>
            <p:nvPr/>
          </p:nvSpPr>
          <p:spPr>
            <a:xfrm>
              <a:off x="4472051" y="2738501"/>
              <a:ext cx="2828925" cy="1638300"/>
            </a:xfrm>
            <a:custGeom>
              <a:avLst/>
              <a:gdLst/>
              <a:ahLst/>
              <a:cxnLst/>
              <a:rect l="l" t="t" r="r" b="b"/>
              <a:pathLst>
                <a:path w="2828925" h="1638300">
                  <a:moveTo>
                    <a:pt x="1414399" y="0"/>
                  </a:moveTo>
                  <a:lnTo>
                    <a:pt x="1354608" y="718"/>
                  </a:lnTo>
                  <a:lnTo>
                    <a:pt x="1295450" y="2854"/>
                  </a:lnTo>
                  <a:lnTo>
                    <a:pt x="1236974" y="6380"/>
                  </a:lnTo>
                  <a:lnTo>
                    <a:pt x="1179229" y="11267"/>
                  </a:lnTo>
                  <a:lnTo>
                    <a:pt x="1122264" y="17487"/>
                  </a:lnTo>
                  <a:lnTo>
                    <a:pt x="1066128" y="25011"/>
                  </a:lnTo>
                  <a:lnTo>
                    <a:pt x="1010870" y="33811"/>
                  </a:lnTo>
                  <a:lnTo>
                    <a:pt x="956539" y="43859"/>
                  </a:lnTo>
                  <a:lnTo>
                    <a:pt x="903185" y="55126"/>
                  </a:lnTo>
                  <a:lnTo>
                    <a:pt x="850856" y="67583"/>
                  </a:lnTo>
                  <a:lnTo>
                    <a:pt x="799602" y="81203"/>
                  </a:lnTo>
                  <a:lnTo>
                    <a:pt x="749471" y="95957"/>
                  </a:lnTo>
                  <a:lnTo>
                    <a:pt x="700513" y="111816"/>
                  </a:lnTo>
                  <a:lnTo>
                    <a:pt x="652776" y="128752"/>
                  </a:lnTo>
                  <a:lnTo>
                    <a:pt x="606311" y="146737"/>
                  </a:lnTo>
                  <a:lnTo>
                    <a:pt x="561165" y="165743"/>
                  </a:lnTo>
                  <a:lnTo>
                    <a:pt x="517388" y="185740"/>
                  </a:lnTo>
                  <a:lnTo>
                    <a:pt x="475029" y="206701"/>
                  </a:lnTo>
                  <a:lnTo>
                    <a:pt x="434138" y="228597"/>
                  </a:lnTo>
                  <a:lnTo>
                    <a:pt x="394763" y="251400"/>
                  </a:lnTo>
                  <a:lnTo>
                    <a:pt x="356953" y="275080"/>
                  </a:lnTo>
                  <a:lnTo>
                    <a:pt x="320757" y="299611"/>
                  </a:lnTo>
                  <a:lnTo>
                    <a:pt x="286225" y="324964"/>
                  </a:lnTo>
                  <a:lnTo>
                    <a:pt x="253406" y="351109"/>
                  </a:lnTo>
                  <a:lnTo>
                    <a:pt x="222348" y="378019"/>
                  </a:lnTo>
                  <a:lnTo>
                    <a:pt x="193101" y="405666"/>
                  </a:lnTo>
                  <a:lnTo>
                    <a:pt x="165713" y="434020"/>
                  </a:lnTo>
                  <a:lnTo>
                    <a:pt x="140235" y="463054"/>
                  </a:lnTo>
                  <a:lnTo>
                    <a:pt x="95201" y="523046"/>
                  </a:lnTo>
                  <a:lnTo>
                    <a:pt x="58393" y="585416"/>
                  </a:lnTo>
                  <a:lnTo>
                    <a:pt x="30201" y="649936"/>
                  </a:lnTo>
                  <a:lnTo>
                    <a:pt x="11019" y="716378"/>
                  </a:lnTo>
                  <a:lnTo>
                    <a:pt x="1240" y="784516"/>
                  </a:lnTo>
                  <a:lnTo>
                    <a:pt x="0" y="819150"/>
                  </a:lnTo>
                  <a:lnTo>
                    <a:pt x="1240" y="853774"/>
                  </a:lnTo>
                  <a:lnTo>
                    <a:pt x="11019" y="921896"/>
                  </a:lnTo>
                  <a:lnTo>
                    <a:pt x="30201" y="988326"/>
                  </a:lnTo>
                  <a:lnTo>
                    <a:pt x="58393" y="1052837"/>
                  </a:lnTo>
                  <a:lnTo>
                    <a:pt x="95201" y="1115201"/>
                  </a:lnTo>
                  <a:lnTo>
                    <a:pt x="140235" y="1175190"/>
                  </a:lnTo>
                  <a:lnTo>
                    <a:pt x="165713" y="1204223"/>
                  </a:lnTo>
                  <a:lnTo>
                    <a:pt x="193101" y="1232577"/>
                  </a:lnTo>
                  <a:lnTo>
                    <a:pt x="222348" y="1260224"/>
                  </a:lnTo>
                  <a:lnTo>
                    <a:pt x="253406" y="1287134"/>
                  </a:lnTo>
                  <a:lnTo>
                    <a:pt x="286225" y="1313281"/>
                  </a:lnTo>
                  <a:lnTo>
                    <a:pt x="320757" y="1338635"/>
                  </a:lnTo>
                  <a:lnTo>
                    <a:pt x="356953" y="1363168"/>
                  </a:lnTo>
                  <a:lnTo>
                    <a:pt x="394763" y="1386851"/>
                  </a:lnTo>
                  <a:lnTo>
                    <a:pt x="434138" y="1409656"/>
                  </a:lnTo>
                  <a:lnTo>
                    <a:pt x="475029" y="1431554"/>
                  </a:lnTo>
                  <a:lnTo>
                    <a:pt x="517388" y="1452518"/>
                  </a:lnTo>
                  <a:lnTo>
                    <a:pt x="561165" y="1472518"/>
                  </a:lnTo>
                  <a:lnTo>
                    <a:pt x="606311" y="1491527"/>
                  </a:lnTo>
                  <a:lnTo>
                    <a:pt x="652776" y="1509515"/>
                  </a:lnTo>
                  <a:lnTo>
                    <a:pt x="700513" y="1526455"/>
                  </a:lnTo>
                  <a:lnTo>
                    <a:pt x="749471" y="1542317"/>
                  </a:lnTo>
                  <a:lnTo>
                    <a:pt x="799602" y="1557074"/>
                  </a:lnTo>
                  <a:lnTo>
                    <a:pt x="850856" y="1570697"/>
                  </a:lnTo>
                  <a:lnTo>
                    <a:pt x="903185" y="1583158"/>
                  </a:lnTo>
                  <a:lnTo>
                    <a:pt x="956539" y="1594427"/>
                  </a:lnTo>
                  <a:lnTo>
                    <a:pt x="1010870" y="1604478"/>
                  </a:lnTo>
                  <a:lnTo>
                    <a:pt x="1066128" y="1613280"/>
                  </a:lnTo>
                  <a:lnTo>
                    <a:pt x="1122264" y="1620806"/>
                  </a:lnTo>
                  <a:lnTo>
                    <a:pt x="1179229" y="1627028"/>
                  </a:lnTo>
                  <a:lnTo>
                    <a:pt x="1236974" y="1631917"/>
                  </a:lnTo>
                  <a:lnTo>
                    <a:pt x="1295450" y="1635444"/>
                  </a:lnTo>
                  <a:lnTo>
                    <a:pt x="1354608" y="1637581"/>
                  </a:lnTo>
                  <a:lnTo>
                    <a:pt x="1414399" y="1638300"/>
                  </a:lnTo>
                  <a:lnTo>
                    <a:pt x="1474189" y="1637581"/>
                  </a:lnTo>
                  <a:lnTo>
                    <a:pt x="1533348" y="1635444"/>
                  </a:lnTo>
                  <a:lnTo>
                    <a:pt x="1591825" y="1631917"/>
                  </a:lnTo>
                  <a:lnTo>
                    <a:pt x="1649572" y="1627028"/>
                  </a:lnTo>
                  <a:lnTo>
                    <a:pt x="1706539" y="1620806"/>
                  </a:lnTo>
                  <a:lnTo>
                    <a:pt x="1762677" y="1613280"/>
                  </a:lnTo>
                  <a:lnTo>
                    <a:pt x="1817938" y="1604478"/>
                  </a:lnTo>
                  <a:lnTo>
                    <a:pt x="1872271" y="1594427"/>
                  </a:lnTo>
                  <a:lnTo>
                    <a:pt x="1925629" y="1583158"/>
                  </a:lnTo>
                  <a:lnTo>
                    <a:pt x="1977962" y="1570697"/>
                  </a:lnTo>
                  <a:lnTo>
                    <a:pt x="2029220" y="1557074"/>
                  </a:lnTo>
                  <a:lnTo>
                    <a:pt x="2079355" y="1542317"/>
                  </a:lnTo>
                  <a:lnTo>
                    <a:pt x="2128317" y="1526455"/>
                  </a:lnTo>
                  <a:lnTo>
                    <a:pt x="2176058" y="1509515"/>
                  </a:lnTo>
                  <a:lnTo>
                    <a:pt x="2222528" y="1491527"/>
                  </a:lnTo>
                  <a:lnTo>
                    <a:pt x="2267679" y="1472518"/>
                  </a:lnTo>
                  <a:lnTo>
                    <a:pt x="2311460" y="1452518"/>
                  </a:lnTo>
                  <a:lnTo>
                    <a:pt x="2353824" y="1431554"/>
                  </a:lnTo>
                  <a:lnTo>
                    <a:pt x="2394720" y="1409656"/>
                  </a:lnTo>
                  <a:lnTo>
                    <a:pt x="2434100" y="1386851"/>
                  </a:lnTo>
                  <a:lnTo>
                    <a:pt x="2471915" y="1363168"/>
                  </a:lnTo>
                  <a:lnTo>
                    <a:pt x="2508116" y="1338635"/>
                  </a:lnTo>
                  <a:lnTo>
                    <a:pt x="2542652" y="1313281"/>
                  </a:lnTo>
                  <a:lnTo>
                    <a:pt x="2575477" y="1287134"/>
                  </a:lnTo>
                  <a:lnTo>
                    <a:pt x="2606539" y="1260224"/>
                  </a:lnTo>
                  <a:lnTo>
                    <a:pt x="2635790" y="1232577"/>
                  </a:lnTo>
                  <a:lnTo>
                    <a:pt x="2663182" y="1204223"/>
                  </a:lnTo>
                  <a:lnTo>
                    <a:pt x="2688664" y="1175190"/>
                  </a:lnTo>
                  <a:lnTo>
                    <a:pt x="2733705" y="1115201"/>
                  </a:lnTo>
                  <a:lnTo>
                    <a:pt x="2770521" y="1052837"/>
                  </a:lnTo>
                  <a:lnTo>
                    <a:pt x="2798717" y="988326"/>
                  </a:lnTo>
                  <a:lnTo>
                    <a:pt x="2817903" y="921896"/>
                  </a:lnTo>
                  <a:lnTo>
                    <a:pt x="2827683" y="853774"/>
                  </a:lnTo>
                  <a:lnTo>
                    <a:pt x="2828925" y="819150"/>
                  </a:lnTo>
                  <a:lnTo>
                    <a:pt x="2827683" y="784516"/>
                  </a:lnTo>
                  <a:lnTo>
                    <a:pt x="2817903" y="716378"/>
                  </a:lnTo>
                  <a:lnTo>
                    <a:pt x="2798717" y="649936"/>
                  </a:lnTo>
                  <a:lnTo>
                    <a:pt x="2770521" y="585416"/>
                  </a:lnTo>
                  <a:lnTo>
                    <a:pt x="2733705" y="523046"/>
                  </a:lnTo>
                  <a:lnTo>
                    <a:pt x="2688664" y="463054"/>
                  </a:lnTo>
                  <a:lnTo>
                    <a:pt x="2663182" y="434020"/>
                  </a:lnTo>
                  <a:lnTo>
                    <a:pt x="2635790" y="405666"/>
                  </a:lnTo>
                  <a:lnTo>
                    <a:pt x="2606539" y="378019"/>
                  </a:lnTo>
                  <a:lnTo>
                    <a:pt x="2575477" y="351109"/>
                  </a:lnTo>
                  <a:lnTo>
                    <a:pt x="2542652" y="324964"/>
                  </a:lnTo>
                  <a:lnTo>
                    <a:pt x="2508116" y="299611"/>
                  </a:lnTo>
                  <a:lnTo>
                    <a:pt x="2471915" y="275080"/>
                  </a:lnTo>
                  <a:lnTo>
                    <a:pt x="2434100" y="251400"/>
                  </a:lnTo>
                  <a:lnTo>
                    <a:pt x="2394720" y="228597"/>
                  </a:lnTo>
                  <a:lnTo>
                    <a:pt x="2353824" y="206701"/>
                  </a:lnTo>
                  <a:lnTo>
                    <a:pt x="2311460" y="185740"/>
                  </a:lnTo>
                  <a:lnTo>
                    <a:pt x="2267679" y="165743"/>
                  </a:lnTo>
                  <a:lnTo>
                    <a:pt x="2222528" y="146737"/>
                  </a:lnTo>
                  <a:lnTo>
                    <a:pt x="2176058" y="128752"/>
                  </a:lnTo>
                  <a:lnTo>
                    <a:pt x="2128317" y="111816"/>
                  </a:lnTo>
                  <a:lnTo>
                    <a:pt x="2079355" y="95957"/>
                  </a:lnTo>
                  <a:lnTo>
                    <a:pt x="2029220" y="81203"/>
                  </a:lnTo>
                  <a:lnTo>
                    <a:pt x="1977962" y="67583"/>
                  </a:lnTo>
                  <a:lnTo>
                    <a:pt x="1925629" y="55126"/>
                  </a:lnTo>
                  <a:lnTo>
                    <a:pt x="1872271" y="43859"/>
                  </a:lnTo>
                  <a:lnTo>
                    <a:pt x="1817938" y="33811"/>
                  </a:lnTo>
                  <a:lnTo>
                    <a:pt x="1762677" y="25011"/>
                  </a:lnTo>
                  <a:lnTo>
                    <a:pt x="1706539" y="17487"/>
                  </a:lnTo>
                  <a:lnTo>
                    <a:pt x="1649572" y="11267"/>
                  </a:lnTo>
                  <a:lnTo>
                    <a:pt x="1591825" y="6380"/>
                  </a:lnTo>
                  <a:lnTo>
                    <a:pt x="1533348" y="2854"/>
                  </a:lnTo>
                  <a:lnTo>
                    <a:pt x="1474189" y="718"/>
                  </a:lnTo>
                  <a:lnTo>
                    <a:pt x="1414399" y="0"/>
                  </a:lnTo>
                  <a:close/>
                </a:path>
              </a:pathLst>
            </a:custGeom>
            <a:solidFill>
              <a:srgbClr val="C4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72051" y="2738501"/>
              <a:ext cx="2828925" cy="1638300"/>
            </a:xfrm>
            <a:custGeom>
              <a:avLst/>
              <a:gdLst/>
              <a:ahLst/>
              <a:cxnLst/>
              <a:rect l="l" t="t" r="r" b="b"/>
              <a:pathLst>
                <a:path w="2828925" h="1638300">
                  <a:moveTo>
                    <a:pt x="0" y="819150"/>
                  </a:moveTo>
                  <a:lnTo>
                    <a:pt x="4930" y="750249"/>
                  </a:lnTo>
                  <a:lnTo>
                    <a:pt x="19459" y="682931"/>
                  </a:lnTo>
                  <a:lnTo>
                    <a:pt x="43195" y="617421"/>
                  </a:lnTo>
                  <a:lnTo>
                    <a:pt x="75744" y="553948"/>
                  </a:lnTo>
                  <a:lnTo>
                    <a:pt x="116715" y="492739"/>
                  </a:lnTo>
                  <a:lnTo>
                    <a:pt x="165713" y="434020"/>
                  </a:lnTo>
                  <a:lnTo>
                    <a:pt x="193101" y="405666"/>
                  </a:lnTo>
                  <a:lnTo>
                    <a:pt x="222348" y="378019"/>
                  </a:lnTo>
                  <a:lnTo>
                    <a:pt x="253406" y="351109"/>
                  </a:lnTo>
                  <a:lnTo>
                    <a:pt x="286225" y="324964"/>
                  </a:lnTo>
                  <a:lnTo>
                    <a:pt x="320757" y="299611"/>
                  </a:lnTo>
                  <a:lnTo>
                    <a:pt x="356953" y="275080"/>
                  </a:lnTo>
                  <a:lnTo>
                    <a:pt x="394763" y="251400"/>
                  </a:lnTo>
                  <a:lnTo>
                    <a:pt x="434138" y="228597"/>
                  </a:lnTo>
                  <a:lnTo>
                    <a:pt x="475029" y="206701"/>
                  </a:lnTo>
                  <a:lnTo>
                    <a:pt x="517388" y="185740"/>
                  </a:lnTo>
                  <a:lnTo>
                    <a:pt x="561165" y="165743"/>
                  </a:lnTo>
                  <a:lnTo>
                    <a:pt x="606311" y="146737"/>
                  </a:lnTo>
                  <a:lnTo>
                    <a:pt x="652776" y="128752"/>
                  </a:lnTo>
                  <a:lnTo>
                    <a:pt x="700513" y="111816"/>
                  </a:lnTo>
                  <a:lnTo>
                    <a:pt x="749471" y="95957"/>
                  </a:lnTo>
                  <a:lnTo>
                    <a:pt x="799602" y="81203"/>
                  </a:lnTo>
                  <a:lnTo>
                    <a:pt x="850856" y="67583"/>
                  </a:lnTo>
                  <a:lnTo>
                    <a:pt x="903185" y="55126"/>
                  </a:lnTo>
                  <a:lnTo>
                    <a:pt x="956539" y="43859"/>
                  </a:lnTo>
                  <a:lnTo>
                    <a:pt x="1010870" y="33811"/>
                  </a:lnTo>
                  <a:lnTo>
                    <a:pt x="1066128" y="25011"/>
                  </a:lnTo>
                  <a:lnTo>
                    <a:pt x="1122264" y="17487"/>
                  </a:lnTo>
                  <a:lnTo>
                    <a:pt x="1179229" y="11267"/>
                  </a:lnTo>
                  <a:lnTo>
                    <a:pt x="1236974" y="6380"/>
                  </a:lnTo>
                  <a:lnTo>
                    <a:pt x="1295450" y="2854"/>
                  </a:lnTo>
                  <a:lnTo>
                    <a:pt x="1354608" y="718"/>
                  </a:lnTo>
                  <a:lnTo>
                    <a:pt x="1414399" y="0"/>
                  </a:lnTo>
                  <a:lnTo>
                    <a:pt x="1474189" y="718"/>
                  </a:lnTo>
                  <a:lnTo>
                    <a:pt x="1533348" y="2854"/>
                  </a:lnTo>
                  <a:lnTo>
                    <a:pt x="1591825" y="6380"/>
                  </a:lnTo>
                  <a:lnTo>
                    <a:pt x="1649572" y="11267"/>
                  </a:lnTo>
                  <a:lnTo>
                    <a:pt x="1706539" y="17487"/>
                  </a:lnTo>
                  <a:lnTo>
                    <a:pt x="1762677" y="25011"/>
                  </a:lnTo>
                  <a:lnTo>
                    <a:pt x="1817938" y="33811"/>
                  </a:lnTo>
                  <a:lnTo>
                    <a:pt x="1872271" y="43859"/>
                  </a:lnTo>
                  <a:lnTo>
                    <a:pt x="1925629" y="55126"/>
                  </a:lnTo>
                  <a:lnTo>
                    <a:pt x="1977962" y="67583"/>
                  </a:lnTo>
                  <a:lnTo>
                    <a:pt x="2029220" y="81203"/>
                  </a:lnTo>
                  <a:lnTo>
                    <a:pt x="2079355" y="95957"/>
                  </a:lnTo>
                  <a:lnTo>
                    <a:pt x="2128317" y="111816"/>
                  </a:lnTo>
                  <a:lnTo>
                    <a:pt x="2176058" y="128752"/>
                  </a:lnTo>
                  <a:lnTo>
                    <a:pt x="2222528" y="146737"/>
                  </a:lnTo>
                  <a:lnTo>
                    <a:pt x="2267679" y="165743"/>
                  </a:lnTo>
                  <a:lnTo>
                    <a:pt x="2311460" y="185740"/>
                  </a:lnTo>
                  <a:lnTo>
                    <a:pt x="2353824" y="206701"/>
                  </a:lnTo>
                  <a:lnTo>
                    <a:pt x="2394720" y="228597"/>
                  </a:lnTo>
                  <a:lnTo>
                    <a:pt x="2434100" y="251400"/>
                  </a:lnTo>
                  <a:lnTo>
                    <a:pt x="2471915" y="275080"/>
                  </a:lnTo>
                  <a:lnTo>
                    <a:pt x="2508116" y="299611"/>
                  </a:lnTo>
                  <a:lnTo>
                    <a:pt x="2542652" y="324964"/>
                  </a:lnTo>
                  <a:lnTo>
                    <a:pt x="2575477" y="351109"/>
                  </a:lnTo>
                  <a:lnTo>
                    <a:pt x="2606539" y="378019"/>
                  </a:lnTo>
                  <a:lnTo>
                    <a:pt x="2635790" y="405666"/>
                  </a:lnTo>
                  <a:lnTo>
                    <a:pt x="2663182" y="434020"/>
                  </a:lnTo>
                  <a:lnTo>
                    <a:pt x="2688664" y="463054"/>
                  </a:lnTo>
                  <a:lnTo>
                    <a:pt x="2733705" y="523046"/>
                  </a:lnTo>
                  <a:lnTo>
                    <a:pt x="2770521" y="585416"/>
                  </a:lnTo>
                  <a:lnTo>
                    <a:pt x="2798717" y="649936"/>
                  </a:lnTo>
                  <a:lnTo>
                    <a:pt x="2817903" y="716378"/>
                  </a:lnTo>
                  <a:lnTo>
                    <a:pt x="2827683" y="784516"/>
                  </a:lnTo>
                  <a:lnTo>
                    <a:pt x="2828925" y="819150"/>
                  </a:lnTo>
                  <a:lnTo>
                    <a:pt x="2827683" y="853774"/>
                  </a:lnTo>
                  <a:lnTo>
                    <a:pt x="2817903" y="921896"/>
                  </a:lnTo>
                  <a:lnTo>
                    <a:pt x="2798717" y="988326"/>
                  </a:lnTo>
                  <a:lnTo>
                    <a:pt x="2770521" y="1052837"/>
                  </a:lnTo>
                  <a:lnTo>
                    <a:pt x="2733705" y="1115201"/>
                  </a:lnTo>
                  <a:lnTo>
                    <a:pt x="2688664" y="1175190"/>
                  </a:lnTo>
                  <a:lnTo>
                    <a:pt x="2663182" y="1204223"/>
                  </a:lnTo>
                  <a:lnTo>
                    <a:pt x="2635790" y="1232577"/>
                  </a:lnTo>
                  <a:lnTo>
                    <a:pt x="2606539" y="1260224"/>
                  </a:lnTo>
                  <a:lnTo>
                    <a:pt x="2575477" y="1287134"/>
                  </a:lnTo>
                  <a:lnTo>
                    <a:pt x="2542652" y="1313281"/>
                  </a:lnTo>
                  <a:lnTo>
                    <a:pt x="2508116" y="1338635"/>
                  </a:lnTo>
                  <a:lnTo>
                    <a:pt x="2471915" y="1363168"/>
                  </a:lnTo>
                  <a:lnTo>
                    <a:pt x="2434100" y="1386851"/>
                  </a:lnTo>
                  <a:lnTo>
                    <a:pt x="2394720" y="1409656"/>
                  </a:lnTo>
                  <a:lnTo>
                    <a:pt x="2353824" y="1431554"/>
                  </a:lnTo>
                  <a:lnTo>
                    <a:pt x="2311460" y="1452518"/>
                  </a:lnTo>
                  <a:lnTo>
                    <a:pt x="2267679" y="1472518"/>
                  </a:lnTo>
                  <a:lnTo>
                    <a:pt x="2222528" y="1491527"/>
                  </a:lnTo>
                  <a:lnTo>
                    <a:pt x="2176058" y="1509515"/>
                  </a:lnTo>
                  <a:lnTo>
                    <a:pt x="2128317" y="1526455"/>
                  </a:lnTo>
                  <a:lnTo>
                    <a:pt x="2079355" y="1542317"/>
                  </a:lnTo>
                  <a:lnTo>
                    <a:pt x="2029220" y="1557074"/>
                  </a:lnTo>
                  <a:lnTo>
                    <a:pt x="1977962" y="1570697"/>
                  </a:lnTo>
                  <a:lnTo>
                    <a:pt x="1925629" y="1583158"/>
                  </a:lnTo>
                  <a:lnTo>
                    <a:pt x="1872271" y="1594427"/>
                  </a:lnTo>
                  <a:lnTo>
                    <a:pt x="1817938" y="1604478"/>
                  </a:lnTo>
                  <a:lnTo>
                    <a:pt x="1762677" y="1613280"/>
                  </a:lnTo>
                  <a:lnTo>
                    <a:pt x="1706539" y="1620806"/>
                  </a:lnTo>
                  <a:lnTo>
                    <a:pt x="1649572" y="1627028"/>
                  </a:lnTo>
                  <a:lnTo>
                    <a:pt x="1591825" y="1631917"/>
                  </a:lnTo>
                  <a:lnTo>
                    <a:pt x="1533348" y="1635444"/>
                  </a:lnTo>
                  <a:lnTo>
                    <a:pt x="1474189" y="1637581"/>
                  </a:lnTo>
                  <a:lnTo>
                    <a:pt x="1414399" y="1638300"/>
                  </a:lnTo>
                  <a:lnTo>
                    <a:pt x="1354608" y="1637581"/>
                  </a:lnTo>
                  <a:lnTo>
                    <a:pt x="1295450" y="1635444"/>
                  </a:lnTo>
                  <a:lnTo>
                    <a:pt x="1236974" y="1631917"/>
                  </a:lnTo>
                  <a:lnTo>
                    <a:pt x="1179229" y="1627028"/>
                  </a:lnTo>
                  <a:lnTo>
                    <a:pt x="1122264" y="1620806"/>
                  </a:lnTo>
                  <a:lnTo>
                    <a:pt x="1066128" y="1613280"/>
                  </a:lnTo>
                  <a:lnTo>
                    <a:pt x="1010870" y="1604478"/>
                  </a:lnTo>
                  <a:lnTo>
                    <a:pt x="956539" y="1594427"/>
                  </a:lnTo>
                  <a:lnTo>
                    <a:pt x="903185" y="1583158"/>
                  </a:lnTo>
                  <a:lnTo>
                    <a:pt x="850856" y="1570697"/>
                  </a:lnTo>
                  <a:lnTo>
                    <a:pt x="799602" y="1557074"/>
                  </a:lnTo>
                  <a:lnTo>
                    <a:pt x="749471" y="1542317"/>
                  </a:lnTo>
                  <a:lnTo>
                    <a:pt x="700513" y="1526455"/>
                  </a:lnTo>
                  <a:lnTo>
                    <a:pt x="652776" y="1509515"/>
                  </a:lnTo>
                  <a:lnTo>
                    <a:pt x="606311" y="1491527"/>
                  </a:lnTo>
                  <a:lnTo>
                    <a:pt x="561165" y="1472518"/>
                  </a:lnTo>
                  <a:lnTo>
                    <a:pt x="517388" y="1452518"/>
                  </a:lnTo>
                  <a:lnTo>
                    <a:pt x="475029" y="1431554"/>
                  </a:lnTo>
                  <a:lnTo>
                    <a:pt x="434138" y="1409656"/>
                  </a:lnTo>
                  <a:lnTo>
                    <a:pt x="394763" y="1386851"/>
                  </a:lnTo>
                  <a:lnTo>
                    <a:pt x="356953" y="1363168"/>
                  </a:lnTo>
                  <a:lnTo>
                    <a:pt x="320757" y="1338635"/>
                  </a:lnTo>
                  <a:lnTo>
                    <a:pt x="286225" y="1313281"/>
                  </a:lnTo>
                  <a:lnTo>
                    <a:pt x="253406" y="1287134"/>
                  </a:lnTo>
                  <a:lnTo>
                    <a:pt x="222348" y="1260224"/>
                  </a:lnTo>
                  <a:lnTo>
                    <a:pt x="193101" y="1232577"/>
                  </a:lnTo>
                  <a:lnTo>
                    <a:pt x="165713" y="1204223"/>
                  </a:lnTo>
                  <a:lnTo>
                    <a:pt x="140235" y="1175190"/>
                  </a:lnTo>
                  <a:lnTo>
                    <a:pt x="95201" y="1115201"/>
                  </a:lnTo>
                  <a:lnTo>
                    <a:pt x="58393" y="1052837"/>
                  </a:lnTo>
                  <a:lnTo>
                    <a:pt x="30201" y="988326"/>
                  </a:lnTo>
                  <a:lnTo>
                    <a:pt x="11019" y="921896"/>
                  </a:lnTo>
                  <a:lnTo>
                    <a:pt x="1240" y="853774"/>
                  </a:lnTo>
                  <a:lnTo>
                    <a:pt x="0" y="819150"/>
                  </a:lnTo>
                  <a:close/>
                </a:path>
              </a:pathLst>
            </a:custGeom>
            <a:ln w="12700">
              <a:solidFill>
                <a:srgbClr val="133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63109" y="2917126"/>
            <a:ext cx="1663700" cy="1250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-17145" algn="ctr">
              <a:lnSpc>
                <a:spcPct val="100000"/>
              </a:lnSpc>
              <a:spcBef>
                <a:spcPts val="125"/>
              </a:spcBef>
            </a:pPr>
            <a:r>
              <a:rPr sz="2000" b="1" spc="-10" dirty="0">
                <a:latin typeface="Calibri"/>
                <a:cs typeface="Calibri"/>
              </a:rPr>
              <a:t>HOSPITAL MANAGEMENT APPOINTMENT SYSTEM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8487" y="4360926"/>
            <a:ext cx="3223260" cy="1841500"/>
            <a:chOff x="598487" y="4360926"/>
            <a:chExt cx="3223260" cy="1841500"/>
          </a:xfrm>
        </p:grpSpPr>
        <p:sp>
          <p:nvSpPr>
            <p:cNvPr id="19" name="object 19"/>
            <p:cNvSpPr/>
            <p:nvPr/>
          </p:nvSpPr>
          <p:spPr>
            <a:xfrm>
              <a:off x="604837" y="4367276"/>
              <a:ext cx="3210560" cy="1828800"/>
            </a:xfrm>
            <a:custGeom>
              <a:avLst/>
              <a:gdLst/>
              <a:ahLst/>
              <a:cxnLst/>
              <a:rect l="l" t="t" r="r" b="b"/>
              <a:pathLst>
                <a:path w="3210560" h="1828800">
                  <a:moveTo>
                    <a:pt x="2905061" y="0"/>
                  </a:moveTo>
                  <a:lnTo>
                    <a:pt x="304812" y="0"/>
                  </a:lnTo>
                  <a:lnTo>
                    <a:pt x="255368" y="3987"/>
                  </a:lnTo>
                  <a:lnTo>
                    <a:pt x="208465" y="15532"/>
                  </a:lnTo>
                  <a:lnTo>
                    <a:pt x="164730" y="34008"/>
                  </a:lnTo>
                  <a:lnTo>
                    <a:pt x="124790" y="58789"/>
                  </a:lnTo>
                  <a:lnTo>
                    <a:pt x="89274" y="89249"/>
                  </a:lnTo>
                  <a:lnTo>
                    <a:pt x="58808" y="124760"/>
                  </a:lnTo>
                  <a:lnTo>
                    <a:pt x="34021" y="164697"/>
                  </a:lnTo>
                  <a:lnTo>
                    <a:pt x="15538" y="208434"/>
                  </a:lnTo>
                  <a:lnTo>
                    <a:pt x="3989" y="255343"/>
                  </a:lnTo>
                  <a:lnTo>
                    <a:pt x="0" y="304800"/>
                  </a:lnTo>
                  <a:lnTo>
                    <a:pt x="0" y="1523936"/>
                  </a:lnTo>
                  <a:lnTo>
                    <a:pt x="3989" y="1573377"/>
                  </a:lnTo>
                  <a:lnTo>
                    <a:pt x="15538" y="1620277"/>
                  </a:lnTo>
                  <a:lnTo>
                    <a:pt x="34021" y="1664010"/>
                  </a:lnTo>
                  <a:lnTo>
                    <a:pt x="58808" y="1703948"/>
                  </a:lnTo>
                  <a:lnTo>
                    <a:pt x="89274" y="1739463"/>
                  </a:lnTo>
                  <a:lnTo>
                    <a:pt x="124790" y="1769928"/>
                  </a:lnTo>
                  <a:lnTo>
                    <a:pt x="164730" y="1794715"/>
                  </a:lnTo>
                  <a:lnTo>
                    <a:pt x="208465" y="1813197"/>
                  </a:lnTo>
                  <a:lnTo>
                    <a:pt x="255368" y="1824747"/>
                  </a:lnTo>
                  <a:lnTo>
                    <a:pt x="304812" y="1828736"/>
                  </a:lnTo>
                  <a:lnTo>
                    <a:pt x="2905061" y="1828736"/>
                  </a:lnTo>
                  <a:lnTo>
                    <a:pt x="2954521" y="1824747"/>
                  </a:lnTo>
                  <a:lnTo>
                    <a:pt x="3001440" y="1813197"/>
                  </a:lnTo>
                  <a:lnTo>
                    <a:pt x="3045191" y="1794715"/>
                  </a:lnTo>
                  <a:lnTo>
                    <a:pt x="3085145" y="1769928"/>
                  </a:lnTo>
                  <a:lnTo>
                    <a:pt x="3120675" y="1739463"/>
                  </a:lnTo>
                  <a:lnTo>
                    <a:pt x="3151153" y="1703948"/>
                  </a:lnTo>
                  <a:lnTo>
                    <a:pt x="3175952" y="1664010"/>
                  </a:lnTo>
                  <a:lnTo>
                    <a:pt x="3194442" y="1620277"/>
                  </a:lnTo>
                  <a:lnTo>
                    <a:pt x="3205997" y="1573377"/>
                  </a:lnTo>
                  <a:lnTo>
                    <a:pt x="3209988" y="1523936"/>
                  </a:lnTo>
                  <a:lnTo>
                    <a:pt x="3209988" y="304800"/>
                  </a:lnTo>
                  <a:lnTo>
                    <a:pt x="3205997" y="255343"/>
                  </a:lnTo>
                  <a:lnTo>
                    <a:pt x="3194442" y="208434"/>
                  </a:lnTo>
                  <a:lnTo>
                    <a:pt x="3175952" y="164697"/>
                  </a:lnTo>
                  <a:lnTo>
                    <a:pt x="3151153" y="124760"/>
                  </a:lnTo>
                  <a:lnTo>
                    <a:pt x="3120675" y="89249"/>
                  </a:lnTo>
                  <a:lnTo>
                    <a:pt x="3085145" y="58789"/>
                  </a:lnTo>
                  <a:lnTo>
                    <a:pt x="3045191" y="34008"/>
                  </a:lnTo>
                  <a:lnTo>
                    <a:pt x="3001440" y="15532"/>
                  </a:lnTo>
                  <a:lnTo>
                    <a:pt x="2954521" y="3987"/>
                  </a:lnTo>
                  <a:lnTo>
                    <a:pt x="2905061" y="0"/>
                  </a:lnTo>
                  <a:close/>
                </a:path>
              </a:pathLst>
            </a:custGeom>
            <a:solidFill>
              <a:srgbClr val="FCD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4837" y="4367276"/>
              <a:ext cx="3210560" cy="1828800"/>
            </a:xfrm>
            <a:custGeom>
              <a:avLst/>
              <a:gdLst/>
              <a:ahLst/>
              <a:cxnLst/>
              <a:rect l="l" t="t" r="r" b="b"/>
              <a:pathLst>
                <a:path w="3210560" h="1828800">
                  <a:moveTo>
                    <a:pt x="0" y="304800"/>
                  </a:moveTo>
                  <a:lnTo>
                    <a:pt x="3989" y="255343"/>
                  </a:lnTo>
                  <a:lnTo>
                    <a:pt x="15538" y="208434"/>
                  </a:lnTo>
                  <a:lnTo>
                    <a:pt x="34021" y="164697"/>
                  </a:lnTo>
                  <a:lnTo>
                    <a:pt x="58808" y="124760"/>
                  </a:lnTo>
                  <a:lnTo>
                    <a:pt x="89274" y="89249"/>
                  </a:lnTo>
                  <a:lnTo>
                    <a:pt x="124790" y="58789"/>
                  </a:lnTo>
                  <a:lnTo>
                    <a:pt x="164730" y="34008"/>
                  </a:lnTo>
                  <a:lnTo>
                    <a:pt x="208465" y="15532"/>
                  </a:lnTo>
                  <a:lnTo>
                    <a:pt x="255368" y="3987"/>
                  </a:lnTo>
                  <a:lnTo>
                    <a:pt x="304812" y="0"/>
                  </a:lnTo>
                  <a:lnTo>
                    <a:pt x="2905061" y="0"/>
                  </a:lnTo>
                  <a:lnTo>
                    <a:pt x="2954521" y="3987"/>
                  </a:lnTo>
                  <a:lnTo>
                    <a:pt x="3001440" y="15532"/>
                  </a:lnTo>
                  <a:lnTo>
                    <a:pt x="3045191" y="34008"/>
                  </a:lnTo>
                  <a:lnTo>
                    <a:pt x="3085145" y="58789"/>
                  </a:lnTo>
                  <a:lnTo>
                    <a:pt x="3120675" y="89249"/>
                  </a:lnTo>
                  <a:lnTo>
                    <a:pt x="3151153" y="124760"/>
                  </a:lnTo>
                  <a:lnTo>
                    <a:pt x="3175952" y="164697"/>
                  </a:lnTo>
                  <a:lnTo>
                    <a:pt x="3194442" y="208434"/>
                  </a:lnTo>
                  <a:lnTo>
                    <a:pt x="3205997" y="255343"/>
                  </a:lnTo>
                  <a:lnTo>
                    <a:pt x="3209988" y="304800"/>
                  </a:lnTo>
                  <a:lnTo>
                    <a:pt x="3209988" y="1523936"/>
                  </a:lnTo>
                  <a:lnTo>
                    <a:pt x="3205997" y="1573377"/>
                  </a:lnTo>
                  <a:lnTo>
                    <a:pt x="3194442" y="1620277"/>
                  </a:lnTo>
                  <a:lnTo>
                    <a:pt x="3175952" y="1664010"/>
                  </a:lnTo>
                  <a:lnTo>
                    <a:pt x="3151153" y="1703948"/>
                  </a:lnTo>
                  <a:lnTo>
                    <a:pt x="3120675" y="1739463"/>
                  </a:lnTo>
                  <a:lnTo>
                    <a:pt x="3085145" y="1769928"/>
                  </a:lnTo>
                  <a:lnTo>
                    <a:pt x="3045191" y="1794715"/>
                  </a:lnTo>
                  <a:lnTo>
                    <a:pt x="3001440" y="1813197"/>
                  </a:lnTo>
                  <a:lnTo>
                    <a:pt x="2954521" y="1824747"/>
                  </a:lnTo>
                  <a:lnTo>
                    <a:pt x="2905061" y="1828736"/>
                  </a:lnTo>
                  <a:lnTo>
                    <a:pt x="304812" y="1828736"/>
                  </a:lnTo>
                  <a:lnTo>
                    <a:pt x="255368" y="1824747"/>
                  </a:lnTo>
                  <a:lnTo>
                    <a:pt x="208465" y="1813197"/>
                  </a:lnTo>
                  <a:lnTo>
                    <a:pt x="164730" y="1794715"/>
                  </a:lnTo>
                  <a:lnTo>
                    <a:pt x="124790" y="1769928"/>
                  </a:lnTo>
                  <a:lnTo>
                    <a:pt x="89274" y="1739463"/>
                  </a:lnTo>
                  <a:lnTo>
                    <a:pt x="58808" y="1703948"/>
                  </a:lnTo>
                  <a:lnTo>
                    <a:pt x="34021" y="1664010"/>
                  </a:lnTo>
                  <a:lnTo>
                    <a:pt x="15538" y="1620277"/>
                  </a:lnTo>
                  <a:lnTo>
                    <a:pt x="3989" y="1573377"/>
                  </a:lnTo>
                  <a:lnTo>
                    <a:pt x="0" y="1523936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133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175" y="4514786"/>
              <a:ext cx="595312" cy="481012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70890" y="4575111"/>
            <a:ext cx="184785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sz="1800" spc="45" dirty="0">
                <a:latin typeface="Tahoma"/>
                <a:cs typeface="Tahoma"/>
              </a:rPr>
              <a:t>DATABASE</a:t>
            </a:r>
            <a:endParaRPr sz="18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-10" dirty="0">
                <a:latin typeface="Tahoma"/>
                <a:cs typeface="Tahoma"/>
              </a:rPr>
              <a:t>MongoDB</a:t>
            </a:r>
            <a:endParaRPr sz="18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latin typeface="Tahoma"/>
                <a:cs typeface="Tahoma"/>
              </a:rPr>
              <a:t>MongoDB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Atlas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32826" y="4351401"/>
            <a:ext cx="3489325" cy="1851025"/>
            <a:chOff x="8132826" y="4351401"/>
            <a:chExt cx="3489325" cy="1851025"/>
          </a:xfrm>
        </p:grpSpPr>
        <p:sp>
          <p:nvSpPr>
            <p:cNvPr id="24" name="object 24"/>
            <p:cNvSpPr/>
            <p:nvPr/>
          </p:nvSpPr>
          <p:spPr>
            <a:xfrm>
              <a:off x="8139176" y="4357751"/>
              <a:ext cx="3476625" cy="1838325"/>
            </a:xfrm>
            <a:custGeom>
              <a:avLst/>
              <a:gdLst/>
              <a:ahLst/>
              <a:cxnLst/>
              <a:rect l="l" t="t" r="r" b="b"/>
              <a:pathLst>
                <a:path w="3476625" h="1838325">
                  <a:moveTo>
                    <a:pt x="3170174" y="0"/>
                  </a:moveTo>
                  <a:lnTo>
                    <a:pt x="306324" y="0"/>
                  </a:lnTo>
                  <a:lnTo>
                    <a:pt x="256640" y="4009"/>
                  </a:lnTo>
                  <a:lnTo>
                    <a:pt x="209507" y="15617"/>
                  </a:lnTo>
                  <a:lnTo>
                    <a:pt x="165556" y="34193"/>
                  </a:lnTo>
                  <a:lnTo>
                    <a:pt x="125419" y="59106"/>
                  </a:lnTo>
                  <a:lnTo>
                    <a:pt x="89725" y="89725"/>
                  </a:lnTo>
                  <a:lnTo>
                    <a:pt x="59106" y="125419"/>
                  </a:lnTo>
                  <a:lnTo>
                    <a:pt x="34193" y="165556"/>
                  </a:lnTo>
                  <a:lnTo>
                    <a:pt x="15617" y="209507"/>
                  </a:lnTo>
                  <a:lnTo>
                    <a:pt x="4009" y="256640"/>
                  </a:lnTo>
                  <a:lnTo>
                    <a:pt x="0" y="306324"/>
                  </a:lnTo>
                  <a:lnTo>
                    <a:pt x="0" y="1531861"/>
                  </a:lnTo>
                  <a:lnTo>
                    <a:pt x="4009" y="1581562"/>
                  </a:lnTo>
                  <a:lnTo>
                    <a:pt x="15617" y="1628710"/>
                  </a:lnTo>
                  <a:lnTo>
                    <a:pt x="34193" y="1672673"/>
                  </a:lnTo>
                  <a:lnTo>
                    <a:pt x="59106" y="1712820"/>
                  </a:lnTo>
                  <a:lnTo>
                    <a:pt x="89725" y="1748521"/>
                  </a:lnTo>
                  <a:lnTo>
                    <a:pt x="125419" y="1779146"/>
                  </a:lnTo>
                  <a:lnTo>
                    <a:pt x="165556" y="1804063"/>
                  </a:lnTo>
                  <a:lnTo>
                    <a:pt x="209507" y="1822641"/>
                  </a:lnTo>
                  <a:lnTo>
                    <a:pt x="256640" y="1834251"/>
                  </a:lnTo>
                  <a:lnTo>
                    <a:pt x="306324" y="1838261"/>
                  </a:lnTo>
                  <a:lnTo>
                    <a:pt x="3170174" y="1838261"/>
                  </a:lnTo>
                  <a:lnTo>
                    <a:pt x="3219861" y="1834251"/>
                  </a:lnTo>
                  <a:lnTo>
                    <a:pt x="3267003" y="1822641"/>
                  </a:lnTo>
                  <a:lnTo>
                    <a:pt x="3310968" y="1804063"/>
                  </a:lnTo>
                  <a:lnTo>
                    <a:pt x="3351123" y="1779146"/>
                  </a:lnTo>
                  <a:lnTo>
                    <a:pt x="3386835" y="1748521"/>
                  </a:lnTo>
                  <a:lnTo>
                    <a:pt x="3417473" y="1712820"/>
                  </a:lnTo>
                  <a:lnTo>
                    <a:pt x="3442403" y="1672673"/>
                  </a:lnTo>
                  <a:lnTo>
                    <a:pt x="3460993" y="1628710"/>
                  </a:lnTo>
                  <a:lnTo>
                    <a:pt x="3472611" y="1581562"/>
                  </a:lnTo>
                  <a:lnTo>
                    <a:pt x="3476625" y="1531861"/>
                  </a:lnTo>
                  <a:lnTo>
                    <a:pt x="3476625" y="306324"/>
                  </a:lnTo>
                  <a:lnTo>
                    <a:pt x="3472611" y="256640"/>
                  </a:lnTo>
                  <a:lnTo>
                    <a:pt x="3460993" y="209507"/>
                  </a:lnTo>
                  <a:lnTo>
                    <a:pt x="3442403" y="165556"/>
                  </a:lnTo>
                  <a:lnTo>
                    <a:pt x="3417473" y="125419"/>
                  </a:lnTo>
                  <a:lnTo>
                    <a:pt x="3386836" y="89725"/>
                  </a:lnTo>
                  <a:lnTo>
                    <a:pt x="3351123" y="59106"/>
                  </a:lnTo>
                  <a:lnTo>
                    <a:pt x="3310968" y="34193"/>
                  </a:lnTo>
                  <a:lnTo>
                    <a:pt x="3267003" y="15617"/>
                  </a:lnTo>
                  <a:lnTo>
                    <a:pt x="3219861" y="4009"/>
                  </a:lnTo>
                  <a:lnTo>
                    <a:pt x="3170174" y="0"/>
                  </a:lnTo>
                  <a:close/>
                </a:path>
              </a:pathLst>
            </a:custGeom>
            <a:solidFill>
              <a:srgbClr val="FCD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39176" y="4357751"/>
              <a:ext cx="3476625" cy="1838325"/>
            </a:xfrm>
            <a:custGeom>
              <a:avLst/>
              <a:gdLst/>
              <a:ahLst/>
              <a:cxnLst/>
              <a:rect l="l" t="t" r="r" b="b"/>
              <a:pathLst>
                <a:path w="3476625" h="1838325">
                  <a:moveTo>
                    <a:pt x="0" y="306324"/>
                  </a:moveTo>
                  <a:lnTo>
                    <a:pt x="4009" y="256640"/>
                  </a:lnTo>
                  <a:lnTo>
                    <a:pt x="15617" y="209507"/>
                  </a:lnTo>
                  <a:lnTo>
                    <a:pt x="34193" y="165556"/>
                  </a:lnTo>
                  <a:lnTo>
                    <a:pt x="59106" y="125419"/>
                  </a:lnTo>
                  <a:lnTo>
                    <a:pt x="89725" y="89725"/>
                  </a:lnTo>
                  <a:lnTo>
                    <a:pt x="125419" y="59106"/>
                  </a:lnTo>
                  <a:lnTo>
                    <a:pt x="165556" y="34193"/>
                  </a:lnTo>
                  <a:lnTo>
                    <a:pt x="209507" y="15617"/>
                  </a:lnTo>
                  <a:lnTo>
                    <a:pt x="256640" y="4009"/>
                  </a:lnTo>
                  <a:lnTo>
                    <a:pt x="306324" y="0"/>
                  </a:lnTo>
                  <a:lnTo>
                    <a:pt x="3170174" y="0"/>
                  </a:lnTo>
                  <a:lnTo>
                    <a:pt x="3219861" y="4009"/>
                  </a:lnTo>
                  <a:lnTo>
                    <a:pt x="3267003" y="15617"/>
                  </a:lnTo>
                  <a:lnTo>
                    <a:pt x="3310968" y="34193"/>
                  </a:lnTo>
                  <a:lnTo>
                    <a:pt x="3351123" y="59106"/>
                  </a:lnTo>
                  <a:lnTo>
                    <a:pt x="3386836" y="89725"/>
                  </a:lnTo>
                  <a:lnTo>
                    <a:pt x="3417473" y="125419"/>
                  </a:lnTo>
                  <a:lnTo>
                    <a:pt x="3442403" y="165556"/>
                  </a:lnTo>
                  <a:lnTo>
                    <a:pt x="3460993" y="209507"/>
                  </a:lnTo>
                  <a:lnTo>
                    <a:pt x="3472611" y="256640"/>
                  </a:lnTo>
                  <a:lnTo>
                    <a:pt x="3476625" y="306324"/>
                  </a:lnTo>
                  <a:lnTo>
                    <a:pt x="3476625" y="1531861"/>
                  </a:lnTo>
                  <a:lnTo>
                    <a:pt x="3472611" y="1581562"/>
                  </a:lnTo>
                  <a:lnTo>
                    <a:pt x="3460993" y="1628710"/>
                  </a:lnTo>
                  <a:lnTo>
                    <a:pt x="3442403" y="1672673"/>
                  </a:lnTo>
                  <a:lnTo>
                    <a:pt x="3417473" y="1712820"/>
                  </a:lnTo>
                  <a:lnTo>
                    <a:pt x="3386835" y="1748521"/>
                  </a:lnTo>
                  <a:lnTo>
                    <a:pt x="3351123" y="1779146"/>
                  </a:lnTo>
                  <a:lnTo>
                    <a:pt x="3310968" y="1804063"/>
                  </a:lnTo>
                  <a:lnTo>
                    <a:pt x="3267003" y="1822641"/>
                  </a:lnTo>
                  <a:lnTo>
                    <a:pt x="3219861" y="1834251"/>
                  </a:lnTo>
                  <a:lnTo>
                    <a:pt x="3170174" y="1838261"/>
                  </a:lnTo>
                  <a:lnTo>
                    <a:pt x="306324" y="1838261"/>
                  </a:lnTo>
                  <a:lnTo>
                    <a:pt x="256640" y="1834251"/>
                  </a:lnTo>
                  <a:lnTo>
                    <a:pt x="209507" y="1822641"/>
                  </a:lnTo>
                  <a:lnTo>
                    <a:pt x="165556" y="1804063"/>
                  </a:lnTo>
                  <a:lnTo>
                    <a:pt x="125419" y="1779146"/>
                  </a:lnTo>
                  <a:lnTo>
                    <a:pt x="89725" y="1748521"/>
                  </a:lnTo>
                  <a:lnTo>
                    <a:pt x="59106" y="1712820"/>
                  </a:lnTo>
                  <a:lnTo>
                    <a:pt x="34193" y="1672673"/>
                  </a:lnTo>
                  <a:lnTo>
                    <a:pt x="15617" y="1628710"/>
                  </a:lnTo>
                  <a:lnTo>
                    <a:pt x="4009" y="1581562"/>
                  </a:lnTo>
                  <a:lnTo>
                    <a:pt x="0" y="1531861"/>
                  </a:lnTo>
                  <a:lnTo>
                    <a:pt x="0" y="306324"/>
                  </a:lnTo>
                  <a:close/>
                </a:path>
              </a:pathLst>
            </a:custGeom>
            <a:ln w="12699">
              <a:solidFill>
                <a:srgbClr val="133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72450" y="4514786"/>
              <a:ext cx="347662" cy="481012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8313166" y="4570793"/>
            <a:ext cx="2561590" cy="85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100"/>
              </a:spcBef>
            </a:pPr>
            <a:r>
              <a:rPr sz="1800" spc="45" dirty="0">
                <a:latin typeface="Tahoma"/>
                <a:cs typeface="Tahoma"/>
              </a:rPr>
              <a:t>DEVELOPMENT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TOOLS</a:t>
            </a:r>
            <a:endParaRPr sz="18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70" dirty="0">
                <a:latin typeface="Tahoma"/>
                <a:cs typeface="Tahoma"/>
              </a:rPr>
              <a:t>VS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Code</a:t>
            </a:r>
            <a:endParaRPr sz="18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latin typeface="Tahoma"/>
                <a:cs typeface="Tahoma"/>
              </a:rPr>
              <a:t>MongoDB</a:t>
            </a:r>
            <a:r>
              <a:rPr sz="1800" spc="-10" dirty="0">
                <a:latin typeface="Tahoma"/>
                <a:cs typeface="Tahoma"/>
              </a:rPr>
              <a:t> Compass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94093" y="293746"/>
            <a:ext cx="36634" cy="45793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3832225" y="2126487"/>
            <a:ext cx="4266565" cy="2726055"/>
          </a:xfrm>
          <a:custGeom>
            <a:avLst/>
            <a:gdLst/>
            <a:ahLst/>
            <a:cxnLst/>
            <a:rect l="l" t="t" r="r" b="b"/>
            <a:pathLst>
              <a:path w="4266565" h="2726054">
                <a:moveTo>
                  <a:pt x="949706" y="2007362"/>
                </a:moveTo>
                <a:lnTo>
                  <a:pt x="866267" y="2024507"/>
                </a:lnTo>
                <a:lnTo>
                  <a:pt x="883843" y="2046947"/>
                </a:lnTo>
                <a:lnTo>
                  <a:pt x="38608" y="2711069"/>
                </a:lnTo>
                <a:lnTo>
                  <a:pt x="50292" y="2726055"/>
                </a:lnTo>
                <a:lnTo>
                  <a:pt x="895616" y="2061972"/>
                </a:lnTo>
                <a:lnTo>
                  <a:pt x="913257" y="2084451"/>
                </a:lnTo>
                <a:lnTo>
                  <a:pt x="934681" y="2039112"/>
                </a:lnTo>
                <a:lnTo>
                  <a:pt x="949706" y="2007362"/>
                </a:lnTo>
                <a:close/>
              </a:path>
              <a:path w="4266565" h="2726054">
                <a:moveTo>
                  <a:pt x="954659" y="847725"/>
                </a:moveTo>
                <a:lnTo>
                  <a:pt x="940587" y="812673"/>
                </a:lnTo>
                <a:lnTo>
                  <a:pt x="922909" y="768604"/>
                </a:lnTo>
                <a:lnTo>
                  <a:pt x="903947" y="789990"/>
                </a:lnTo>
                <a:lnTo>
                  <a:pt x="12700" y="0"/>
                </a:lnTo>
                <a:lnTo>
                  <a:pt x="0" y="14224"/>
                </a:lnTo>
                <a:lnTo>
                  <a:pt x="891298" y="804252"/>
                </a:lnTo>
                <a:lnTo>
                  <a:pt x="872363" y="825627"/>
                </a:lnTo>
                <a:lnTo>
                  <a:pt x="954659" y="847725"/>
                </a:lnTo>
                <a:close/>
              </a:path>
              <a:path w="4266565" h="2726054">
                <a:moveTo>
                  <a:pt x="4188968" y="2605405"/>
                </a:moveTo>
                <a:lnTo>
                  <a:pt x="3304184" y="2022335"/>
                </a:lnTo>
                <a:lnTo>
                  <a:pt x="3308769" y="2015363"/>
                </a:lnTo>
                <a:lnTo>
                  <a:pt x="3319907" y="1998472"/>
                </a:lnTo>
                <a:lnTo>
                  <a:pt x="3235325" y="1988312"/>
                </a:lnTo>
                <a:lnTo>
                  <a:pt x="3277997" y="2062099"/>
                </a:lnTo>
                <a:lnTo>
                  <a:pt x="3293707" y="2038248"/>
                </a:lnTo>
                <a:lnTo>
                  <a:pt x="4178427" y="2621280"/>
                </a:lnTo>
                <a:lnTo>
                  <a:pt x="4188968" y="2605405"/>
                </a:lnTo>
                <a:close/>
              </a:path>
              <a:path w="4266565" h="2726054">
                <a:moveTo>
                  <a:pt x="4266438" y="42037"/>
                </a:moveTo>
                <a:lnTo>
                  <a:pt x="4252341" y="29337"/>
                </a:lnTo>
                <a:lnTo>
                  <a:pt x="3441357" y="925525"/>
                </a:lnTo>
                <a:lnTo>
                  <a:pt x="3420110" y="906272"/>
                </a:lnTo>
                <a:lnTo>
                  <a:pt x="3397250" y="988441"/>
                </a:lnTo>
                <a:lnTo>
                  <a:pt x="3476625" y="957453"/>
                </a:lnTo>
                <a:lnTo>
                  <a:pt x="3465817" y="947674"/>
                </a:lnTo>
                <a:lnTo>
                  <a:pt x="3455416" y="938263"/>
                </a:lnTo>
                <a:lnTo>
                  <a:pt x="4266438" y="420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38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6697" y="1319784"/>
            <a:ext cx="10338435" cy="4871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95" marR="5080" indent="-227329">
              <a:lnSpc>
                <a:spcPct val="120000"/>
              </a:lnSpc>
              <a:spcBef>
                <a:spcPts val="95"/>
              </a:spcBef>
              <a:buClr>
                <a:srgbClr val="F48E7B"/>
              </a:buClr>
              <a:buFont typeface="Arial MT"/>
              <a:buChar char="•"/>
              <a:tabLst>
                <a:tab pos="240665" algn="l"/>
              </a:tabLst>
            </a:pPr>
            <a:r>
              <a:rPr sz="2400" spc="-45" dirty="0">
                <a:solidFill>
                  <a:srgbClr val="09283E"/>
                </a:solidFill>
                <a:latin typeface="Tahoma"/>
                <a:cs typeface="Tahoma"/>
              </a:rPr>
              <a:t>The</a:t>
            </a:r>
            <a:r>
              <a:rPr sz="2400" spc="-14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09283E"/>
                </a:solidFill>
                <a:latin typeface="Tahoma"/>
                <a:cs typeface="Tahoma"/>
              </a:rPr>
              <a:t>Hospital</a:t>
            </a:r>
            <a:r>
              <a:rPr sz="2400" spc="-16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09283E"/>
                </a:solidFill>
                <a:latin typeface="Tahoma"/>
                <a:cs typeface="Tahoma"/>
              </a:rPr>
              <a:t>Management</a:t>
            </a:r>
            <a:r>
              <a:rPr sz="2400" spc="-16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09283E"/>
                </a:solidFill>
                <a:latin typeface="Tahoma"/>
                <a:cs typeface="Tahoma"/>
              </a:rPr>
              <a:t>Appointment</a:t>
            </a:r>
            <a:r>
              <a:rPr sz="24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09283E"/>
                </a:solidFill>
                <a:latin typeface="Tahoma"/>
                <a:cs typeface="Tahoma"/>
              </a:rPr>
              <a:t>System</a:t>
            </a:r>
            <a:r>
              <a:rPr sz="2400" spc="-13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09283E"/>
                </a:solidFill>
                <a:latin typeface="Tahoma"/>
                <a:cs typeface="Tahoma"/>
              </a:rPr>
              <a:t>provides</a:t>
            </a:r>
            <a:r>
              <a:rPr sz="2400" spc="-14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9283E"/>
                </a:solidFill>
                <a:latin typeface="Tahoma"/>
                <a:cs typeface="Tahoma"/>
              </a:rPr>
              <a:t>an</a:t>
            </a:r>
            <a:r>
              <a:rPr sz="2400" spc="-7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09283E"/>
                </a:solidFill>
                <a:latin typeface="Tahoma"/>
                <a:cs typeface="Tahoma"/>
              </a:rPr>
              <a:t>organized</a:t>
            </a:r>
            <a:r>
              <a:rPr sz="2400" spc="-1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85" dirty="0">
                <a:solidFill>
                  <a:srgbClr val="09283E"/>
                </a:solidFill>
                <a:latin typeface="Tahoma"/>
                <a:cs typeface="Tahoma"/>
              </a:rPr>
              <a:t>way</a:t>
            </a:r>
            <a:r>
              <a:rPr sz="2400" spc="-13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09283E"/>
                </a:solidFill>
                <a:latin typeface="Tahoma"/>
                <a:cs typeface="Tahoma"/>
              </a:rPr>
              <a:t>to 	</a:t>
            </a:r>
            <a:r>
              <a:rPr sz="2400" spc="-10" dirty="0">
                <a:solidFill>
                  <a:srgbClr val="09283E"/>
                </a:solidFill>
                <a:latin typeface="Tahoma"/>
                <a:cs typeface="Tahoma"/>
              </a:rPr>
              <a:t>manage:</a:t>
            </a:r>
            <a:endParaRPr sz="2400">
              <a:latin typeface="Tahoma"/>
              <a:cs typeface="Tahoma"/>
            </a:endParaRPr>
          </a:p>
          <a:p>
            <a:pPr marL="2494915">
              <a:lnSpc>
                <a:spcPct val="100000"/>
              </a:lnSpc>
              <a:spcBef>
                <a:spcPts val="1555"/>
              </a:spcBef>
            </a:pPr>
            <a:r>
              <a:rPr sz="2400" spc="-30" dirty="0">
                <a:solidFill>
                  <a:srgbClr val="09283E"/>
                </a:solidFill>
                <a:latin typeface="Tahoma"/>
                <a:cs typeface="Tahoma"/>
              </a:rPr>
              <a:t>Patients</a:t>
            </a:r>
            <a:r>
              <a:rPr sz="2400" spc="-15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420" dirty="0">
                <a:solidFill>
                  <a:srgbClr val="09283E"/>
                </a:solidFill>
                <a:latin typeface="Tahoma"/>
                <a:cs typeface="Tahoma"/>
              </a:rPr>
              <a:t>+</a:t>
            </a:r>
            <a:r>
              <a:rPr sz="2400" spc="-15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9283E"/>
                </a:solidFill>
                <a:latin typeface="Tahoma"/>
                <a:cs typeface="Tahoma"/>
              </a:rPr>
              <a:t>Doctors</a:t>
            </a:r>
            <a:r>
              <a:rPr sz="2400" spc="-10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420" dirty="0">
                <a:solidFill>
                  <a:srgbClr val="09283E"/>
                </a:solidFill>
                <a:latin typeface="Tahoma"/>
                <a:cs typeface="Tahoma"/>
              </a:rPr>
              <a:t>+</a:t>
            </a:r>
            <a:r>
              <a:rPr sz="2400" spc="-15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09283E"/>
                </a:solidFill>
                <a:latin typeface="Tahoma"/>
                <a:cs typeface="Tahoma"/>
              </a:rPr>
              <a:t>Departments</a:t>
            </a:r>
            <a:r>
              <a:rPr sz="2400" spc="-10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420" dirty="0">
                <a:solidFill>
                  <a:srgbClr val="09283E"/>
                </a:solidFill>
                <a:latin typeface="Tahoma"/>
                <a:cs typeface="Tahoma"/>
              </a:rPr>
              <a:t>+</a:t>
            </a:r>
            <a:r>
              <a:rPr sz="2400" spc="-15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9283E"/>
                </a:solidFill>
                <a:latin typeface="Tahoma"/>
                <a:cs typeface="Tahoma"/>
              </a:rPr>
              <a:t>Appointments</a:t>
            </a:r>
            <a:endParaRPr sz="24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  <a:spcBef>
                <a:spcPts val="1550"/>
              </a:spcBef>
            </a:pPr>
            <a:r>
              <a:rPr sz="2400" u="heavy" spc="-55" dirty="0">
                <a:solidFill>
                  <a:srgbClr val="09283E"/>
                </a:solidFill>
                <a:uFill>
                  <a:solidFill>
                    <a:srgbClr val="09283E"/>
                  </a:solidFill>
                </a:uFill>
                <a:latin typeface="Tahoma"/>
                <a:cs typeface="Tahoma"/>
              </a:rPr>
              <a:t>Key</a:t>
            </a:r>
            <a:r>
              <a:rPr sz="2400" u="heavy" spc="-140" dirty="0">
                <a:solidFill>
                  <a:srgbClr val="09283E"/>
                </a:solidFill>
                <a:uFill>
                  <a:solidFill>
                    <a:srgbClr val="09283E"/>
                  </a:solidFill>
                </a:uFill>
                <a:latin typeface="Tahoma"/>
                <a:cs typeface="Tahoma"/>
              </a:rPr>
              <a:t> </a:t>
            </a:r>
            <a:r>
              <a:rPr sz="2400" u="heavy" spc="-10" dirty="0">
                <a:solidFill>
                  <a:srgbClr val="09283E"/>
                </a:solidFill>
                <a:uFill>
                  <a:solidFill>
                    <a:srgbClr val="09283E"/>
                  </a:solidFill>
                </a:uFill>
                <a:latin typeface="Tahoma"/>
                <a:cs typeface="Tahoma"/>
              </a:rPr>
              <a:t>Benefits</a:t>
            </a:r>
            <a:endParaRPr sz="2400">
              <a:latin typeface="Tahoma"/>
              <a:cs typeface="Tahoma"/>
            </a:endParaRPr>
          </a:p>
          <a:p>
            <a:pPr marL="240029" indent="-227329">
              <a:lnSpc>
                <a:spcPct val="100000"/>
              </a:lnSpc>
              <a:spcBef>
                <a:spcPts val="1625"/>
              </a:spcBef>
              <a:buClr>
                <a:srgbClr val="F48E7B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09283E"/>
                </a:solidFill>
                <a:latin typeface="Tahoma"/>
                <a:cs typeface="Tahoma"/>
              </a:rPr>
              <a:t>Reduce</a:t>
            </a:r>
            <a:r>
              <a:rPr sz="2400" spc="-13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09283E"/>
                </a:solidFill>
                <a:latin typeface="Tahoma"/>
                <a:cs typeface="Tahoma"/>
              </a:rPr>
              <a:t>manual</a:t>
            </a:r>
            <a:r>
              <a:rPr sz="24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09283E"/>
                </a:solidFill>
                <a:latin typeface="Tahoma"/>
                <a:cs typeface="Tahoma"/>
              </a:rPr>
              <a:t>work</a:t>
            </a:r>
            <a:endParaRPr sz="2400">
              <a:latin typeface="Tahoma"/>
              <a:cs typeface="Tahoma"/>
            </a:endParaRPr>
          </a:p>
          <a:p>
            <a:pPr marL="240029" indent="-227329">
              <a:lnSpc>
                <a:spcPct val="100000"/>
              </a:lnSpc>
              <a:spcBef>
                <a:spcPts val="1550"/>
              </a:spcBef>
              <a:buClr>
                <a:srgbClr val="F48E7B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09283E"/>
                </a:solidFill>
                <a:latin typeface="Tahoma"/>
                <a:cs typeface="Tahoma"/>
              </a:rPr>
              <a:t>Reduce</a:t>
            </a:r>
            <a:r>
              <a:rPr sz="2400" spc="-9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9283E"/>
                </a:solidFill>
                <a:latin typeface="Tahoma"/>
                <a:cs typeface="Tahoma"/>
              </a:rPr>
              <a:t>errors</a:t>
            </a:r>
            <a:endParaRPr sz="2400">
              <a:latin typeface="Tahoma"/>
              <a:cs typeface="Tahoma"/>
            </a:endParaRPr>
          </a:p>
          <a:p>
            <a:pPr marL="240029" indent="-227329">
              <a:lnSpc>
                <a:spcPct val="100000"/>
              </a:lnSpc>
              <a:spcBef>
                <a:spcPts val="1630"/>
              </a:spcBef>
              <a:buClr>
                <a:srgbClr val="F48E7B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solidFill>
                  <a:srgbClr val="09283E"/>
                </a:solidFill>
                <a:latin typeface="Tahoma"/>
                <a:cs typeface="Tahoma"/>
              </a:rPr>
              <a:t>Organize</a:t>
            </a:r>
            <a:r>
              <a:rPr sz="2400" spc="-14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09283E"/>
                </a:solidFill>
                <a:latin typeface="Tahoma"/>
                <a:cs typeface="Tahoma"/>
              </a:rPr>
              <a:t>hospital</a:t>
            </a:r>
            <a:r>
              <a:rPr sz="2400" spc="-10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9283E"/>
                </a:solidFill>
                <a:latin typeface="Tahoma"/>
                <a:cs typeface="Tahoma"/>
              </a:rPr>
              <a:t>information</a:t>
            </a:r>
            <a:endParaRPr sz="2400">
              <a:latin typeface="Tahoma"/>
              <a:cs typeface="Tahoma"/>
            </a:endParaRPr>
          </a:p>
          <a:p>
            <a:pPr marL="240029" indent="-227329">
              <a:lnSpc>
                <a:spcPct val="100000"/>
              </a:lnSpc>
              <a:spcBef>
                <a:spcPts val="1550"/>
              </a:spcBef>
              <a:buClr>
                <a:srgbClr val="F48E7B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spc="-95" dirty="0">
                <a:solidFill>
                  <a:srgbClr val="09283E"/>
                </a:solidFill>
                <a:latin typeface="Tahoma"/>
                <a:cs typeface="Tahoma"/>
              </a:rPr>
              <a:t>Improve</a:t>
            </a:r>
            <a:r>
              <a:rPr sz="2400" spc="-14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09283E"/>
                </a:solidFill>
                <a:latin typeface="Tahoma"/>
                <a:cs typeface="Tahoma"/>
              </a:rPr>
              <a:t>appointment</a:t>
            </a:r>
            <a:r>
              <a:rPr sz="2400" spc="-13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9283E"/>
                </a:solidFill>
                <a:latin typeface="Tahoma"/>
                <a:cs typeface="Tahoma"/>
              </a:rPr>
              <a:t>management</a:t>
            </a:r>
            <a:endParaRPr sz="2400">
              <a:latin typeface="Tahoma"/>
              <a:cs typeface="Tahoma"/>
            </a:endParaRPr>
          </a:p>
          <a:p>
            <a:pPr marL="240029" indent="-227329">
              <a:lnSpc>
                <a:spcPct val="100000"/>
              </a:lnSpc>
              <a:spcBef>
                <a:spcPts val="1625"/>
              </a:spcBef>
              <a:buClr>
                <a:srgbClr val="F48E7B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spc="-40" dirty="0">
                <a:solidFill>
                  <a:srgbClr val="09283E"/>
                </a:solidFill>
                <a:latin typeface="Tahoma"/>
                <a:cs typeface="Tahoma"/>
              </a:rPr>
              <a:t>Demonstrate</a:t>
            </a:r>
            <a:r>
              <a:rPr sz="2400" spc="-1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9283E"/>
                </a:solidFill>
                <a:latin typeface="Tahoma"/>
                <a:cs typeface="Tahoma"/>
              </a:rPr>
              <a:t>practical</a:t>
            </a:r>
            <a:r>
              <a:rPr sz="2400" spc="-15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114" dirty="0">
                <a:solidFill>
                  <a:srgbClr val="09283E"/>
                </a:solidFill>
                <a:latin typeface="Tahoma"/>
                <a:cs typeface="Tahoma"/>
              </a:rPr>
              <a:t>DBMS</a:t>
            </a:r>
            <a:r>
              <a:rPr sz="2400" spc="-16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9283E"/>
                </a:solidFill>
                <a:latin typeface="Tahoma"/>
                <a:cs typeface="Tahoma"/>
              </a:rPr>
              <a:t>concepts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48684" y="2231643"/>
            <a:ext cx="280225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395" dirty="0"/>
              <a:t>Thank</a:t>
            </a:r>
            <a:r>
              <a:rPr sz="3950" spc="80" dirty="0"/>
              <a:t> </a:t>
            </a:r>
            <a:r>
              <a:rPr sz="3950" spc="229" dirty="0"/>
              <a:t>You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216217" y="5934135"/>
            <a:ext cx="3306445" cy="75120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550"/>
              </a:spcBef>
              <a:buClr>
                <a:srgbClr val="F48E7B"/>
              </a:buClr>
              <a:buFont typeface="Arial MT"/>
              <a:buChar char="•"/>
              <a:tabLst>
                <a:tab pos="239395" algn="l"/>
              </a:tabLst>
            </a:pPr>
            <a:r>
              <a:rPr sz="2000" spc="-25" dirty="0">
                <a:solidFill>
                  <a:srgbClr val="09283E"/>
                </a:solidFill>
                <a:latin typeface="Tahoma"/>
                <a:cs typeface="Tahoma"/>
              </a:rPr>
              <a:t>Team</a:t>
            </a:r>
            <a:r>
              <a:rPr sz="2000" spc="-12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09283E"/>
                </a:solidFill>
                <a:latin typeface="Tahoma"/>
                <a:cs typeface="Tahoma"/>
              </a:rPr>
              <a:t>17</a:t>
            </a:r>
            <a:endParaRPr sz="20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455"/>
              </a:spcBef>
            </a:pP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U.</a:t>
            </a:r>
            <a:r>
              <a:rPr sz="2000" spc="-10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09283E"/>
                </a:solidFill>
                <a:latin typeface="Tahoma"/>
                <a:cs typeface="Tahoma"/>
              </a:rPr>
              <a:t>SRILAXMI</a:t>
            </a:r>
            <a:r>
              <a:rPr sz="2000" spc="-95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-315" dirty="0">
                <a:solidFill>
                  <a:srgbClr val="09283E"/>
                </a:solidFill>
                <a:latin typeface="Tahoma"/>
                <a:cs typeface="Tahoma"/>
              </a:rPr>
              <a:t>|</a:t>
            </a:r>
            <a:r>
              <a:rPr sz="2000" spc="-6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9283E"/>
                </a:solidFill>
                <a:latin typeface="Tahoma"/>
                <a:cs typeface="Tahoma"/>
              </a:rPr>
              <a:t>K.</a:t>
            </a:r>
            <a:r>
              <a:rPr sz="2000" spc="-100" dirty="0">
                <a:solidFill>
                  <a:srgbClr val="09283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09283E"/>
                </a:solidFill>
                <a:latin typeface="Tahoma"/>
                <a:cs typeface="Tahoma"/>
              </a:rPr>
              <a:t>SHANKAR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395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MT</vt:lpstr>
      <vt:lpstr>Calibri</vt:lpstr>
      <vt:lpstr>Cambria</vt:lpstr>
      <vt:lpstr>Georgia</vt:lpstr>
      <vt:lpstr>Tahoma</vt:lpstr>
      <vt:lpstr>Office Theme</vt:lpstr>
      <vt:lpstr>Hospital Management Appointment System</vt:lpstr>
      <vt:lpstr>Abstract</vt:lpstr>
      <vt:lpstr>Problem Statement</vt:lpstr>
      <vt:lpstr>Existing System vs Proposed System</vt:lpstr>
      <vt:lpstr>PowerPoint Presentation</vt:lpstr>
      <vt:lpstr>Tools &amp; Technologies Used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Kanithi Shankar</cp:lastModifiedBy>
  <cp:revision>2</cp:revision>
  <dcterms:created xsi:type="dcterms:W3CDTF">2026-08-28T02:46:22Z</dcterms:created>
  <dcterms:modified xsi:type="dcterms:W3CDTF">2026-08-28T06:25:41Z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2026-08-27T00:00:00Z</vt:filetime>
  </property>
  <property fmtid="{D5CDD505-2E9C-101B-9397-08002B2CF9AE}" pid="4" name="LastSaved">
    <vt:filetime>2026-08-28T00:00:00Z</vt:filetime>
  </property>
</Properties>
</file>